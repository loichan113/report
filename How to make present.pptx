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handoutMasterIdLst>
    <p:handoutMasterId r:id="rId40"/>
  </p:handoutMasterIdLst>
  <p:sldIdLst>
    <p:sldId id="256" r:id="rId2"/>
    <p:sldId id="319" r:id="rId3"/>
    <p:sldId id="338" r:id="rId4"/>
    <p:sldId id="323" r:id="rId5"/>
    <p:sldId id="321" r:id="rId6"/>
    <p:sldId id="322" r:id="rId7"/>
    <p:sldId id="325" r:id="rId8"/>
    <p:sldId id="326" r:id="rId9"/>
    <p:sldId id="327" r:id="rId10"/>
    <p:sldId id="328" r:id="rId11"/>
    <p:sldId id="329" r:id="rId12"/>
    <p:sldId id="330" r:id="rId13"/>
    <p:sldId id="331" r:id="rId14"/>
    <p:sldId id="332" r:id="rId15"/>
    <p:sldId id="333" r:id="rId16"/>
    <p:sldId id="334" r:id="rId17"/>
    <p:sldId id="335" r:id="rId18"/>
    <p:sldId id="336" r:id="rId19"/>
    <p:sldId id="337" r:id="rId20"/>
    <p:sldId id="257" r:id="rId21"/>
    <p:sldId id="310" r:id="rId22"/>
    <p:sldId id="258" r:id="rId23"/>
    <p:sldId id="261" r:id="rId24"/>
    <p:sldId id="283" r:id="rId25"/>
    <p:sldId id="304" r:id="rId26"/>
    <p:sldId id="311" r:id="rId27"/>
    <p:sldId id="287" r:id="rId28"/>
    <p:sldId id="312" r:id="rId29"/>
    <p:sldId id="288" r:id="rId30"/>
    <p:sldId id="313" r:id="rId31"/>
    <p:sldId id="314" r:id="rId32"/>
    <p:sldId id="285" r:id="rId33"/>
    <p:sldId id="307" r:id="rId34"/>
    <p:sldId id="286" r:id="rId35"/>
    <p:sldId id="317" r:id="rId36"/>
    <p:sldId id="318" r:id="rId37"/>
    <p:sldId id="303" r:id="rId38"/>
    <p:sldId id="293" r:id="rId39"/>
  </p:sldIdLst>
  <p:sldSz cx="9144000" cy="6858000" type="screen4x3"/>
  <p:notesSz cx="7010400" cy="9296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9" d="100"/>
          <a:sy n="69" d="100"/>
        </p:scale>
        <p:origin x="1416" y="6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1EACDE2-8D63-4CE4-A782-0B3DFF88F0A4}" type="doc">
      <dgm:prSet loTypeId="urn:microsoft.com/office/officeart/2005/8/layout/orgChart1" loCatId="hierarchy" qsTypeId="urn:microsoft.com/office/officeart/2005/8/quickstyle/simple3" qsCatId="simple" csTypeId="urn:microsoft.com/office/officeart/2005/8/colors/accent0_1" csCatId="mainScheme" phldr="1"/>
      <dgm:spPr/>
      <dgm:t>
        <a:bodyPr/>
        <a:lstStyle/>
        <a:p>
          <a:endParaRPr lang="en-US"/>
        </a:p>
      </dgm:t>
    </dgm:pt>
    <dgm:pt modelId="{864D7D1B-8AB5-4E68-AB8E-A59FAF1BAF87}">
      <dgm:prSet phldrT="[Text]" custT="1"/>
      <dgm:spPr/>
      <dgm:t>
        <a:bodyPr/>
        <a:lstStyle/>
        <a:p>
          <a:r>
            <a:rPr lang="en-US" sz="4000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itchFamily="34" charset="0"/>
              <a:cs typeface="Arial" pitchFamily="34" charset="0"/>
            </a:rPr>
            <a:t>Main Message</a:t>
          </a:r>
          <a:endParaRPr lang="en-US" sz="4000" b="1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Arial" pitchFamily="34" charset="0"/>
            <a:cs typeface="Arial" pitchFamily="34" charset="0"/>
          </a:endParaRPr>
        </a:p>
      </dgm:t>
    </dgm:pt>
    <dgm:pt modelId="{8E97D039-0376-4C6A-A082-C9F78D57F0D5}" type="parTrans" cxnId="{60916BAB-9F39-4177-9C1A-CC616BBB795F}">
      <dgm:prSet/>
      <dgm:spPr/>
      <dgm:t>
        <a:bodyPr/>
        <a:lstStyle/>
        <a:p>
          <a:endParaRPr lang="en-US" sz="2400">
            <a:latin typeface="Arial" pitchFamily="34" charset="0"/>
            <a:cs typeface="Arial" pitchFamily="34" charset="0"/>
          </a:endParaRPr>
        </a:p>
      </dgm:t>
    </dgm:pt>
    <dgm:pt modelId="{E055D08C-C21A-4F98-9B83-1CA98F254B76}" type="sibTrans" cxnId="{60916BAB-9F39-4177-9C1A-CC616BBB795F}">
      <dgm:prSet/>
      <dgm:spPr/>
      <dgm:t>
        <a:bodyPr/>
        <a:lstStyle/>
        <a:p>
          <a:endParaRPr lang="en-US" sz="2400">
            <a:latin typeface="Arial" pitchFamily="34" charset="0"/>
            <a:cs typeface="Arial" pitchFamily="34" charset="0"/>
          </a:endParaRPr>
        </a:p>
      </dgm:t>
    </dgm:pt>
    <dgm:pt modelId="{10A3E09F-D34D-42E1-87C3-F8EDA059ED51}">
      <dgm:prSet phldrT="[Text]" custT="1"/>
      <dgm:spPr/>
      <dgm:t>
        <a:bodyPr/>
        <a:lstStyle/>
        <a:p>
          <a:r>
            <a:rPr lang="en-US" sz="4000" dirty="0" smtClean="0">
              <a:latin typeface="Arial" pitchFamily="34" charset="0"/>
              <a:cs typeface="Arial" pitchFamily="34" charset="0"/>
            </a:rPr>
            <a:t>Point 1</a:t>
          </a:r>
          <a:endParaRPr lang="en-US" sz="4000" dirty="0">
            <a:latin typeface="Arial" pitchFamily="34" charset="0"/>
            <a:cs typeface="Arial" pitchFamily="34" charset="0"/>
          </a:endParaRPr>
        </a:p>
      </dgm:t>
    </dgm:pt>
    <dgm:pt modelId="{19F7CD2A-DCC3-4DD4-A2F8-9EA46A12957E}" type="parTrans" cxnId="{EC0C6F4E-81B3-4465-AFA2-208C4AB81548}">
      <dgm:prSet/>
      <dgm:spPr/>
      <dgm:t>
        <a:bodyPr/>
        <a:lstStyle/>
        <a:p>
          <a:endParaRPr lang="en-US" sz="2400">
            <a:latin typeface="Arial" pitchFamily="34" charset="0"/>
            <a:cs typeface="Arial" pitchFamily="34" charset="0"/>
          </a:endParaRPr>
        </a:p>
      </dgm:t>
    </dgm:pt>
    <dgm:pt modelId="{3B2407A3-DBD8-419C-AC4E-6EF1CAB7DE4E}" type="sibTrans" cxnId="{EC0C6F4E-81B3-4465-AFA2-208C4AB81548}">
      <dgm:prSet/>
      <dgm:spPr/>
      <dgm:t>
        <a:bodyPr/>
        <a:lstStyle/>
        <a:p>
          <a:endParaRPr lang="en-US" sz="2400">
            <a:latin typeface="Arial" pitchFamily="34" charset="0"/>
            <a:cs typeface="Arial" pitchFamily="34" charset="0"/>
          </a:endParaRPr>
        </a:p>
      </dgm:t>
    </dgm:pt>
    <dgm:pt modelId="{E852B828-EDD9-4190-BDD4-47A4BAA37ACD}">
      <dgm:prSet phldrT="[Text]" custT="1"/>
      <dgm:spPr/>
      <dgm:t>
        <a:bodyPr/>
        <a:lstStyle/>
        <a:p>
          <a:r>
            <a:rPr lang="en-US" sz="4000" dirty="0" smtClean="0">
              <a:latin typeface="Arial" pitchFamily="34" charset="0"/>
              <a:cs typeface="Arial" pitchFamily="34" charset="0"/>
            </a:rPr>
            <a:t>Point 2</a:t>
          </a:r>
          <a:endParaRPr lang="en-US" sz="4000" dirty="0">
            <a:latin typeface="Arial" pitchFamily="34" charset="0"/>
            <a:cs typeface="Arial" pitchFamily="34" charset="0"/>
          </a:endParaRPr>
        </a:p>
      </dgm:t>
    </dgm:pt>
    <dgm:pt modelId="{B165E517-CC68-4AA7-8F21-ACB1E0C3329F}" type="parTrans" cxnId="{76C00239-9322-4BE4-995D-F3B57FF369DA}">
      <dgm:prSet/>
      <dgm:spPr/>
      <dgm:t>
        <a:bodyPr/>
        <a:lstStyle/>
        <a:p>
          <a:endParaRPr lang="en-US" sz="2400">
            <a:latin typeface="Arial" pitchFamily="34" charset="0"/>
            <a:cs typeface="Arial" pitchFamily="34" charset="0"/>
          </a:endParaRPr>
        </a:p>
      </dgm:t>
    </dgm:pt>
    <dgm:pt modelId="{A3430A3C-6D41-4AEC-863B-E13E23DD603C}" type="sibTrans" cxnId="{76C00239-9322-4BE4-995D-F3B57FF369DA}">
      <dgm:prSet/>
      <dgm:spPr/>
      <dgm:t>
        <a:bodyPr/>
        <a:lstStyle/>
        <a:p>
          <a:endParaRPr lang="en-US" sz="2400">
            <a:latin typeface="Arial" pitchFamily="34" charset="0"/>
            <a:cs typeface="Arial" pitchFamily="34" charset="0"/>
          </a:endParaRPr>
        </a:p>
      </dgm:t>
    </dgm:pt>
    <dgm:pt modelId="{81729C9E-2EE7-4AF2-87D5-C47EED51C852}">
      <dgm:prSet phldrT="[Text]" custT="1"/>
      <dgm:spPr/>
      <dgm:t>
        <a:bodyPr/>
        <a:lstStyle/>
        <a:p>
          <a:r>
            <a:rPr lang="en-US" sz="4000" dirty="0" smtClean="0">
              <a:latin typeface="Arial" pitchFamily="34" charset="0"/>
              <a:cs typeface="Arial" pitchFamily="34" charset="0"/>
            </a:rPr>
            <a:t>Point 3</a:t>
          </a:r>
          <a:endParaRPr lang="en-US" sz="4000" dirty="0">
            <a:latin typeface="Arial" pitchFamily="34" charset="0"/>
            <a:cs typeface="Arial" pitchFamily="34" charset="0"/>
          </a:endParaRPr>
        </a:p>
      </dgm:t>
    </dgm:pt>
    <dgm:pt modelId="{BC5834D9-B1DC-4424-8044-DC1E1B74A40E}" type="parTrans" cxnId="{61962DE1-3F74-4528-AE71-E6C775137D45}">
      <dgm:prSet/>
      <dgm:spPr/>
      <dgm:t>
        <a:bodyPr/>
        <a:lstStyle/>
        <a:p>
          <a:endParaRPr lang="en-US" sz="2400">
            <a:latin typeface="Arial" pitchFamily="34" charset="0"/>
            <a:cs typeface="Arial" pitchFamily="34" charset="0"/>
          </a:endParaRPr>
        </a:p>
      </dgm:t>
    </dgm:pt>
    <dgm:pt modelId="{2D2AFFE0-1155-48DA-A1D8-3BF2B5B52591}" type="sibTrans" cxnId="{61962DE1-3F74-4528-AE71-E6C775137D45}">
      <dgm:prSet/>
      <dgm:spPr/>
      <dgm:t>
        <a:bodyPr/>
        <a:lstStyle/>
        <a:p>
          <a:endParaRPr lang="en-US" sz="2400">
            <a:latin typeface="Arial" pitchFamily="34" charset="0"/>
            <a:cs typeface="Arial" pitchFamily="34" charset="0"/>
          </a:endParaRPr>
        </a:p>
      </dgm:t>
    </dgm:pt>
    <dgm:pt modelId="{E135F518-E8AF-4EA1-9C7A-E421DCF47501}" type="pres">
      <dgm:prSet presAssocID="{51EACDE2-8D63-4CE4-A782-0B3DFF88F0A4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  <dgm:t>
        <a:bodyPr/>
        <a:lstStyle/>
        <a:p>
          <a:endParaRPr lang="en-US"/>
        </a:p>
      </dgm:t>
    </dgm:pt>
    <dgm:pt modelId="{0F29350B-4462-40AD-A420-FBAAA86F0DA9}" type="pres">
      <dgm:prSet presAssocID="{864D7D1B-8AB5-4E68-AB8E-A59FAF1BAF87}" presName="hierRoot1" presStyleCnt="0">
        <dgm:presLayoutVars>
          <dgm:hierBranch val="init"/>
        </dgm:presLayoutVars>
      </dgm:prSet>
      <dgm:spPr/>
    </dgm:pt>
    <dgm:pt modelId="{EFB31D3E-2BAB-4787-8644-A8BE9783A3E8}" type="pres">
      <dgm:prSet presAssocID="{864D7D1B-8AB5-4E68-AB8E-A59FAF1BAF87}" presName="rootComposite1" presStyleCnt="0"/>
      <dgm:spPr/>
    </dgm:pt>
    <dgm:pt modelId="{E79F6B11-32F8-4063-B232-EF2473811F15}" type="pres">
      <dgm:prSet presAssocID="{864D7D1B-8AB5-4E68-AB8E-A59FAF1BAF87}" presName="rootText1" presStyleLbl="node0" presStyleIdx="0" presStyleCnt="1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6F816319-CCD2-4C74-A76F-FFC21A232B38}" type="pres">
      <dgm:prSet presAssocID="{864D7D1B-8AB5-4E68-AB8E-A59FAF1BAF87}" presName="rootConnector1" presStyleLbl="node1" presStyleIdx="0" presStyleCnt="0"/>
      <dgm:spPr/>
      <dgm:t>
        <a:bodyPr/>
        <a:lstStyle/>
        <a:p>
          <a:endParaRPr lang="en-US"/>
        </a:p>
      </dgm:t>
    </dgm:pt>
    <dgm:pt modelId="{C6486FDE-E00F-4282-AA54-8A448BA0364C}" type="pres">
      <dgm:prSet presAssocID="{864D7D1B-8AB5-4E68-AB8E-A59FAF1BAF87}" presName="hierChild2" presStyleCnt="0"/>
      <dgm:spPr/>
    </dgm:pt>
    <dgm:pt modelId="{DB714396-6777-4A65-832C-8E2761F88459}" type="pres">
      <dgm:prSet presAssocID="{19F7CD2A-DCC3-4DD4-A2F8-9EA46A12957E}" presName="Name37" presStyleLbl="parChTrans1D2" presStyleIdx="0" presStyleCnt="3"/>
      <dgm:spPr/>
      <dgm:t>
        <a:bodyPr/>
        <a:lstStyle/>
        <a:p>
          <a:endParaRPr lang="en-US"/>
        </a:p>
      </dgm:t>
    </dgm:pt>
    <dgm:pt modelId="{E40D25E7-B059-4A7E-B7A8-79E528AEB6E3}" type="pres">
      <dgm:prSet presAssocID="{10A3E09F-D34D-42E1-87C3-F8EDA059ED51}" presName="hierRoot2" presStyleCnt="0">
        <dgm:presLayoutVars>
          <dgm:hierBranch val="init"/>
        </dgm:presLayoutVars>
      </dgm:prSet>
      <dgm:spPr/>
    </dgm:pt>
    <dgm:pt modelId="{C813FE60-7077-4C32-B82A-650382846EE8}" type="pres">
      <dgm:prSet presAssocID="{10A3E09F-D34D-42E1-87C3-F8EDA059ED51}" presName="rootComposite" presStyleCnt="0"/>
      <dgm:spPr/>
    </dgm:pt>
    <dgm:pt modelId="{F293D7D9-BB97-4292-8F5B-73731663059F}" type="pres">
      <dgm:prSet presAssocID="{10A3E09F-D34D-42E1-87C3-F8EDA059ED51}" presName="rootText" presStyleLbl="node2" presStyleIdx="0" presStyleCnt="3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995D66C9-1044-4821-AAB7-EFECAE99A260}" type="pres">
      <dgm:prSet presAssocID="{10A3E09F-D34D-42E1-87C3-F8EDA059ED51}" presName="rootConnector" presStyleLbl="node2" presStyleIdx="0" presStyleCnt="3"/>
      <dgm:spPr/>
      <dgm:t>
        <a:bodyPr/>
        <a:lstStyle/>
        <a:p>
          <a:endParaRPr lang="en-US"/>
        </a:p>
      </dgm:t>
    </dgm:pt>
    <dgm:pt modelId="{42C7392F-812A-417B-AFFC-21053949017D}" type="pres">
      <dgm:prSet presAssocID="{10A3E09F-D34D-42E1-87C3-F8EDA059ED51}" presName="hierChild4" presStyleCnt="0"/>
      <dgm:spPr/>
    </dgm:pt>
    <dgm:pt modelId="{B5583CA8-86B9-4004-83ED-B8454F7281A6}" type="pres">
      <dgm:prSet presAssocID="{10A3E09F-D34D-42E1-87C3-F8EDA059ED51}" presName="hierChild5" presStyleCnt="0"/>
      <dgm:spPr/>
    </dgm:pt>
    <dgm:pt modelId="{DB94D2E4-4254-4E7C-AD9C-0F0E08BE3414}" type="pres">
      <dgm:prSet presAssocID="{B165E517-CC68-4AA7-8F21-ACB1E0C3329F}" presName="Name37" presStyleLbl="parChTrans1D2" presStyleIdx="1" presStyleCnt="3"/>
      <dgm:spPr/>
      <dgm:t>
        <a:bodyPr/>
        <a:lstStyle/>
        <a:p>
          <a:endParaRPr lang="en-US"/>
        </a:p>
      </dgm:t>
    </dgm:pt>
    <dgm:pt modelId="{863F0D3B-76A5-4527-B14C-4A9C78566EC8}" type="pres">
      <dgm:prSet presAssocID="{E852B828-EDD9-4190-BDD4-47A4BAA37ACD}" presName="hierRoot2" presStyleCnt="0">
        <dgm:presLayoutVars>
          <dgm:hierBranch val="init"/>
        </dgm:presLayoutVars>
      </dgm:prSet>
      <dgm:spPr/>
    </dgm:pt>
    <dgm:pt modelId="{60CFF207-C5DE-4C56-BF2A-854F07EC4F9B}" type="pres">
      <dgm:prSet presAssocID="{E852B828-EDD9-4190-BDD4-47A4BAA37ACD}" presName="rootComposite" presStyleCnt="0"/>
      <dgm:spPr/>
    </dgm:pt>
    <dgm:pt modelId="{754B0615-0BC7-4831-997F-6867F4119826}" type="pres">
      <dgm:prSet presAssocID="{E852B828-EDD9-4190-BDD4-47A4BAA37ACD}" presName="rootText" presStyleLbl="node2" presStyleIdx="1" presStyleCnt="3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94D64DD1-B370-4D11-9F0E-6EE17734E561}" type="pres">
      <dgm:prSet presAssocID="{E852B828-EDD9-4190-BDD4-47A4BAA37ACD}" presName="rootConnector" presStyleLbl="node2" presStyleIdx="1" presStyleCnt="3"/>
      <dgm:spPr/>
      <dgm:t>
        <a:bodyPr/>
        <a:lstStyle/>
        <a:p>
          <a:endParaRPr lang="en-US"/>
        </a:p>
      </dgm:t>
    </dgm:pt>
    <dgm:pt modelId="{3C67BAC1-62A5-46C8-8B59-5760AB0E8A38}" type="pres">
      <dgm:prSet presAssocID="{E852B828-EDD9-4190-BDD4-47A4BAA37ACD}" presName="hierChild4" presStyleCnt="0"/>
      <dgm:spPr/>
    </dgm:pt>
    <dgm:pt modelId="{BA9F0F50-BEA2-4159-95A4-008B8D19E3B8}" type="pres">
      <dgm:prSet presAssocID="{E852B828-EDD9-4190-BDD4-47A4BAA37ACD}" presName="hierChild5" presStyleCnt="0"/>
      <dgm:spPr/>
    </dgm:pt>
    <dgm:pt modelId="{91D6012A-797E-45D2-AD9B-DE9923C8F51D}" type="pres">
      <dgm:prSet presAssocID="{BC5834D9-B1DC-4424-8044-DC1E1B74A40E}" presName="Name37" presStyleLbl="parChTrans1D2" presStyleIdx="2" presStyleCnt="3"/>
      <dgm:spPr/>
      <dgm:t>
        <a:bodyPr/>
        <a:lstStyle/>
        <a:p>
          <a:endParaRPr lang="en-US"/>
        </a:p>
      </dgm:t>
    </dgm:pt>
    <dgm:pt modelId="{CCD8A3E1-1171-4C49-82F7-C0F56FA085A3}" type="pres">
      <dgm:prSet presAssocID="{81729C9E-2EE7-4AF2-87D5-C47EED51C852}" presName="hierRoot2" presStyleCnt="0">
        <dgm:presLayoutVars>
          <dgm:hierBranch val="init"/>
        </dgm:presLayoutVars>
      </dgm:prSet>
      <dgm:spPr/>
    </dgm:pt>
    <dgm:pt modelId="{65851D5A-E234-4BBF-B12E-B010C3235B9C}" type="pres">
      <dgm:prSet presAssocID="{81729C9E-2EE7-4AF2-87D5-C47EED51C852}" presName="rootComposite" presStyleCnt="0"/>
      <dgm:spPr/>
    </dgm:pt>
    <dgm:pt modelId="{082217B0-E8EC-4C6B-9E6C-CAB83A951EA6}" type="pres">
      <dgm:prSet presAssocID="{81729C9E-2EE7-4AF2-87D5-C47EED51C852}" presName="rootText" presStyleLbl="node2" presStyleIdx="2" presStyleCnt="3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A7FD47FC-81D8-41F0-AD39-6D2987F0A0AA}" type="pres">
      <dgm:prSet presAssocID="{81729C9E-2EE7-4AF2-87D5-C47EED51C852}" presName="rootConnector" presStyleLbl="node2" presStyleIdx="2" presStyleCnt="3"/>
      <dgm:spPr/>
      <dgm:t>
        <a:bodyPr/>
        <a:lstStyle/>
        <a:p>
          <a:endParaRPr lang="en-US"/>
        </a:p>
      </dgm:t>
    </dgm:pt>
    <dgm:pt modelId="{A5BD8073-B0AB-40C6-B189-BFE0F1080FC5}" type="pres">
      <dgm:prSet presAssocID="{81729C9E-2EE7-4AF2-87D5-C47EED51C852}" presName="hierChild4" presStyleCnt="0"/>
      <dgm:spPr/>
    </dgm:pt>
    <dgm:pt modelId="{879EA96F-18EF-4090-89FF-9773A21EFEC4}" type="pres">
      <dgm:prSet presAssocID="{81729C9E-2EE7-4AF2-87D5-C47EED51C852}" presName="hierChild5" presStyleCnt="0"/>
      <dgm:spPr/>
    </dgm:pt>
    <dgm:pt modelId="{199A8ED6-6897-4DE3-9CAE-9BC1F682C5AC}" type="pres">
      <dgm:prSet presAssocID="{864D7D1B-8AB5-4E68-AB8E-A59FAF1BAF87}" presName="hierChild3" presStyleCnt="0"/>
      <dgm:spPr/>
    </dgm:pt>
  </dgm:ptLst>
  <dgm:cxnLst>
    <dgm:cxn modelId="{10E4BE2F-8956-4AED-AE62-FC963AA7BE22}" type="presOf" srcId="{B165E517-CC68-4AA7-8F21-ACB1E0C3329F}" destId="{DB94D2E4-4254-4E7C-AD9C-0F0E08BE3414}" srcOrd="0" destOrd="0" presId="urn:microsoft.com/office/officeart/2005/8/layout/orgChart1"/>
    <dgm:cxn modelId="{3999FB62-406A-4AD1-82A3-9C020105F578}" type="presOf" srcId="{81729C9E-2EE7-4AF2-87D5-C47EED51C852}" destId="{082217B0-E8EC-4C6B-9E6C-CAB83A951EA6}" srcOrd="0" destOrd="0" presId="urn:microsoft.com/office/officeart/2005/8/layout/orgChart1"/>
    <dgm:cxn modelId="{67B51A89-9E2A-41B2-9A54-9FCA8B1E117F}" type="presOf" srcId="{10A3E09F-D34D-42E1-87C3-F8EDA059ED51}" destId="{995D66C9-1044-4821-AAB7-EFECAE99A260}" srcOrd="1" destOrd="0" presId="urn:microsoft.com/office/officeart/2005/8/layout/orgChart1"/>
    <dgm:cxn modelId="{76C00239-9322-4BE4-995D-F3B57FF369DA}" srcId="{864D7D1B-8AB5-4E68-AB8E-A59FAF1BAF87}" destId="{E852B828-EDD9-4190-BDD4-47A4BAA37ACD}" srcOrd="1" destOrd="0" parTransId="{B165E517-CC68-4AA7-8F21-ACB1E0C3329F}" sibTransId="{A3430A3C-6D41-4AEC-863B-E13E23DD603C}"/>
    <dgm:cxn modelId="{A06A9B41-CE44-4006-B744-F3AFF6A7A965}" type="presOf" srcId="{19F7CD2A-DCC3-4DD4-A2F8-9EA46A12957E}" destId="{DB714396-6777-4A65-832C-8E2761F88459}" srcOrd="0" destOrd="0" presId="urn:microsoft.com/office/officeart/2005/8/layout/orgChart1"/>
    <dgm:cxn modelId="{2B6E1AD2-ECFD-48D4-9073-D771EB8A5A9D}" type="presOf" srcId="{10A3E09F-D34D-42E1-87C3-F8EDA059ED51}" destId="{F293D7D9-BB97-4292-8F5B-73731663059F}" srcOrd="0" destOrd="0" presId="urn:microsoft.com/office/officeart/2005/8/layout/orgChart1"/>
    <dgm:cxn modelId="{60916BAB-9F39-4177-9C1A-CC616BBB795F}" srcId="{51EACDE2-8D63-4CE4-A782-0B3DFF88F0A4}" destId="{864D7D1B-8AB5-4E68-AB8E-A59FAF1BAF87}" srcOrd="0" destOrd="0" parTransId="{8E97D039-0376-4C6A-A082-C9F78D57F0D5}" sibTransId="{E055D08C-C21A-4F98-9B83-1CA98F254B76}"/>
    <dgm:cxn modelId="{D027871E-1952-47D1-A4FE-1820BA994CF4}" type="presOf" srcId="{864D7D1B-8AB5-4E68-AB8E-A59FAF1BAF87}" destId="{6F816319-CCD2-4C74-A76F-FFC21A232B38}" srcOrd="1" destOrd="0" presId="urn:microsoft.com/office/officeart/2005/8/layout/orgChart1"/>
    <dgm:cxn modelId="{4A6C85C7-479E-4626-A4A0-11408721E9C3}" type="presOf" srcId="{81729C9E-2EE7-4AF2-87D5-C47EED51C852}" destId="{A7FD47FC-81D8-41F0-AD39-6D2987F0A0AA}" srcOrd="1" destOrd="0" presId="urn:microsoft.com/office/officeart/2005/8/layout/orgChart1"/>
    <dgm:cxn modelId="{08E7F673-E4EC-4A5C-ABED-56868B2CC5CE}" type="presOf" srcId="{51EACDE2-8D63-4CE4-A782-0B3DFF88F0A4}" destId="{E135F518-E8AF-4EA1-9C7A-E421DCF47501}" srcOrd="0" destOrd="0" presId="urn:microsoft.com/office/officeart/2005/8/layout/orgChart1"/>
    <dgm:cxn modelId="{4A10CAA4-13B7-4A1F-9163-29E04DF5AA92}" type="presOf" srcId="{E852B828-EDD9-4190-BDD4-47A4BAA37ACD}" destId="{94D64DD1-B370-4D11-9F0E-6EE17734E561}" srcOrd="1" destOrd="0" presId="urn:microsoft.com/office/officeart/2005/8/layout/orgChart1"/>
    <dgm:cxn modelId="{E11E198B-5F9D-46D0-A407-3F1710351375}" type="presOf" srcId="{E852B828-EDD9-4190-BDD4-47A4BAA37ACD}" destId="{754B0615-0BC7-4831-997F-6867F4119826}" srcOrd="0" destOrd="0" presId="urn:microsoft.com/office/officeart/2005/8/layout/orgChart1"/>
    <dgm:cxn modelId="{61962DE1-3F74-4528-AE71-E6C775137D45}" srcId="{864D7D1B-8AB5-4E68-AB8E-A59FAF1BAF87}" destId="{81729C9E-2EE7-4AF2-87D5-C47EED51C852}" srcOrd="2" destOrd="0" parTransId="{BC5834D9-B1DC-4424-8044-DC1E1B74A40E}" sibTransId="{2D2AFFE0-1155-48DA-A1D8-3BF2B5B52591}"/>
    <dgm:cxn modelId="{8DBE49A6-8BED-4579-BE4A-A85C9D0B7B25}" type="presOf" srcId="{BC5834D9-B1DC-4424-8044-DC1E1B74A40E}" destId="{91D6012A-797E-45D2-AD9B-DE9923C8F51D}" srcOrd="0" destOrd="0" presId="urn:microsoft.com/office/officeart/2005/8/layout/orgChart1"/>
    <dgm:cxn modelId="{FFE0D8F6-64FD-4F50-B0C1-0DB884E153A1}" type="presOf" srcId="{864D7D1B-8AB5-4E68-AB8E-A59FAF1BAF87}" destId="{E79F6B11-32F8-4063-B232-EF2473811F15}" srcOrd="0" destOrd="0" presId="urn:microsoft.com/office/officeart/2005/8/layout/orgChart1"/>
    <dgm:cxn modelId="{EC0C6F4E-81B3-4465-AFA2-208C4AB81548}" srcId="{864D7D1B-8AB5-4E68-AB8E-A59FAF1BAF87}" destId="{10A3E09F-D34D-42E1-87C3-F8EDA059ED51}" srcOrd="0" destOrd="0" parTransId="{19F7CD2A-DCC3-4DD4-A2F8-9EA46A12957E}" sibTransId="{3B2407A3-DBD8-419C-AC4E-6EF1CAB7DE4E}"/>
    <dgm:cxn modelId="{8D4D5C64-D466-4FBF-81BB-E60F822062B5}" type="presParOf" srcId="{E135F518-E8AF-4EA1-9C7A-E421DCF47501}" destId="{0F29350B-4462-40AD-A420-FBAAA86F0DA9}" srcOrd="0" destOrd="0" presId="urn:microsoft.com/office/officeart/2005/8/layout/orgChart1"/>
    <dgm:cxn modelId="{29E1A6A1-956E-472F-866A-03905058C799}" type="presParOf" srcId="{0F29350B-4462-40AD-A420-FBAAA86F0DA9}" destId="{EFB31D3E-2BAB-4787-8644-A8BE9783A3E8}" srcOrd="0" destOrd="0" presId="urn:microsoft.com/office/officeart/2005/8/layout/orgChart1"/>
    <dgm:cxn modelId="{8FB880DF-B786-4933-A8D7-598370C0BC2A}" type="presParOf" srcId="{EFB31D3E-2BAB-4787-8644-A8BE9783A3E8}" destId="{E79F6B11-32F8-4063-B232-EF2473811F15}" srcOrd="0" destOrd="0" presId="urn:microsoft.com/office/officeart/2005/8/layout/orgChart1"/>
    <dgm:cxn modelId="{F82E4BBD-79DF-4302-8E97-3BC1BFED2036}" type="presParOf" srcId="{EFB31D3E-2BAB-4787-8644-A8BE9783A3E8}" destId="{6F816319-CCD2-4C74-A76F-FFC21A232B38}" srcOrd="1" destOrd="0" presId="urn:microsoft.com/office/officeart/2005/8/layout/orgChart1"/>
    <dgm:cxn modelId="{F1D5E8B5-5A26-497B-874E-41C3FB7650A5}" type="presParOf" srcId="{0F29350B-4462-40AD-A420-FBAAA86F0DA9}" destId="{C6486FDE-E00F-4282-AA54-8A448BA0364C}" srcOrd="1" destOrd="0" presId="urn:microsoft.com/office/officeart/2005/8/layout/orgChart1"/>
    <dgm:cxn modelId="{A26EFCEB-FBC9-4B40-9435-FA19506F02A8}" type="presParOf" srcId="{C6486FDE-E00F-4282-AA54-8A448BA0364C}" destId="{DB714396-6777-4A65-832C-8E2761F88459}" srcOrd="0" destOrd="0" presId="urn:microsoft.com/office/officeart/2005/8/layout/orgChart1"/>
    <dgm:cxn modelId="{BE3539DC-8C76-4FC8-8DBC-49AD9FB0719E}" type="presParOf" srcId="{C6486FDE-E00F-4282-AA54-8A448BA0364C}" destId="{E40D25E7-B059-4A7E-B7A8-79E528AEB6E3}" srcOrd="1" destOrd="0" presId="urn:microsoft.com/office/officeart/2005/8/layout/orgChart1"/>
    <dgm:cxn modelId="{DA747908-38CA-4F92-80CC-F2552F001789}" type="presParOf" srcId="{E40D25E7-B059-4A7E-B7A8-79E528AEB6E3}" destId="{C813FE60-7077-4C32-B82A-650382846EE8}" srcOrd="0" destOrd="0" presId="urn:microsoft.com/office/officeart/2005/8/layout/orgChart1"/>
    <dgm:cxn modelId="{6A75DC51-E732-4442-B549-E022FDC475CE}" type="presParOf" srcId="{C813FE60-7077-4C32-B82A-650382846EE8}" destId="{F293D7D9-BB97-4292-8F5B-73731663059F}" srcOrd="0" destOrd="0" presId="urn:microsoft.com/office/officeart/2005/8/layout/orgChart1"/>
    <dgm:cxn modelId="{D325DA7B-1A31-4ED8-A9CF-C130B524812F}" type="presParOf" srcId="{C813FE60-7077-4C32-B82A-650382846EE8}" destId="{995D66C9-1044-4821-AAB7-EFECAE99A260}" srcOrd="1" destOrd="0" presId="urn:microsoft.com/office/officeart/2005/8/layout/orgChart1"/>
    <dgm:cxn modelId="{F47270A7-B04C-4E0C-8874-9FB467FA7814}" type="presParOf" srcId="{E40D25E7-B059-4A7E-B7A8-79E528AEB6E3}" destId="{42C7392F-812A-417B-AFFC-21053949017D}" srcOrd="1" destOrd="0" presId="urn:microsoft.com/office/officeart/2005/8/layout/orgChart1"/>
    <dgm:cxn modelId="{F8A92E11-71B2-41BF-882C-A77C490A7F11}" type="presParOf" srcId="{E40D25E7-B059-4A7E-B7A8-79E528AEB6E3}" destId="{B5583CA8-86B9-4004-83ED-B8454F7281A6}" srcOrd="2" destOrd="0" presId="urn:microsoft.com/office/officeart/2005/8/layout/orgChart1"/>
    <dgm:cxn modelId="{BDCF27AA-13C2-4D73-9E4E-B85F2C43BF46}" type="presParOf" srcId="{C6486FDE-E00F-4282-AA54-8A448BA0364C}" destId="{DB94D2E4-4254-4E7C-AD9C-0F0E08BE3414}" srcOrd="2" destOrd="0" presId="urn:microsoft.com/office/officeart/2005/8/layout/orgChart1"/>
    <dgm:cxn modelId="{E7748497-9C12-4269-9843-899C830CEBA1}" type="presParOf" srcId="{C6486FDE-E00F-4282-AA54-8A448BA0364C}" destId="{863F0D3B-76A5-4527-B14C-4A9C78566EC8}" srcOrd="3" destOrd="0" presId="urn:microsoft.com/office/officeart/2005/8/layout/orgChart1"/>
    <dgm:cxn modelId="{0871574B-93C0-48D8-B0FB-C7DAE819048F}" type="presParOf" srcId="{863F0D3B-76A5-4527-B14C-4A9C78566EC8}" destId="{60CFF207-C5DE-4C56-BF2A-854F07EC4F9B}" srcOrd="0" destOrd="0" presId="urn:microsoft.com/office/officeart/2005/8/layout/orgChart1"/>
    <dgm:cxn modelId="{BC29FA20-BE20-412C-89F7-F964801D8C7E}" type="presParOf" srcId="{60CFF207-C5DE-4C56-BF2A-854F07EC4F9B}" destId="{754B0615-0BC7-4831-997F-6867F4119826}" srcOrd="0" destOrd="0" presId="urn:microsoft.com/office/officeart/2005/8/layout/orgChart1"/>
    <dgm:cxn modelId="{BAA2010D-0AAE-4BC3-8B65-BBD4A32C325E}" type="presParOf" srcId="{60CFF207-C5DE-4C56-BF2A-854F07EC4F9B}" destId="{94D64DD1-B370-4D11-9F0E-6EE17734E561}" srcOrd="1" destOrd="0" presId="urn:microsoft.com/office/officeart/2005/8/layout/orgChart1"/>
    <dgm:cxn modelId="{7731070F-C054-45F1-87F5-8A10213575A2}" type="presParOf" srcId="{863F0D3B-76A5-4527-B14C-4A9C78566EC8}" destId="{3C67BAC1-62A5-46C8-8B59-5760AB0E8A38}" srcOrd="1" destOrd="0" presId="urn:microsoft.com/office/officeart/2005/8/layout/orgChart1"/>
    <dgm:cxn modelId="{71187BBC-F819-487F-B1C0-B1609C903349}" type="presParOf" srcId="{863F0D3B-76A5-4527-B14C-4A9C78566EC8}" destId="{BA9F0F50-BEA2-4159-95A4-008B8D19E3B8}" srcOrd="2" destOrd="0" presId="urn:microsoft.com/office/officeart/2005/8/layout/orgChart1"/>
    <dgm:cxn modelId="{22409084-FA4C-41A2-81C0-E60C2E0E8D73}" type="presParOf" srcId="{C6486FDE-E00F-4282-AA54-8A448BA0364C}" destId="{91D6012A-797E-45D2-AD9B-DE9923C8F51D}" srcOrd="4" destOrd="0" presId="urn:microsoft.com/office/officeart/2005/8/layout/orgChart1"/>
    <dgm:cxn modelId="{A43F9ADA-6277-4049-AB69-72BAD149D7E2}" type="presParOf" srcId="{C6486FDE-E00F-4282-AA54-8A448BA0364C}" destId="{CCD8A3E1-1171-4C49-82F7-C0F56FA085A3}" srcOrd="5" destOrd="0" presId="urn:microsoft.com/office/officeart/2005/8/layout/orgChart1"/>
    <dgm:cxn modelId="{D6EF2F88-F116-4936-B228-D31247BEB768}" type="presParOf" srcId="{CCD8A3E1-1171-4C49-82F7-C0F56FA085A3}" destId="{65851D5A-E234-4BBF-B12E-B010C3235B9C}" srcOrd="0" destOrd="0" presId="urn:microsoft.com/office/officeart/2005/8/layout/orgChart1"/>
    <dgm:cxn modelId="{C4E1D58E-F7A1-43D9-A66E-0FC35F7E2AD9}" type="presParOf" srcId="{65851D5A-E234-4BBF-B12E-B010C3235B9C}" destId="{082217B0-E8EC-4C6B-9E6C-CAB83A951EA6}" srcOrd="0" destOrd="0" presId="urn:microsoft.com/office/officeart/2005/8/layout/orgChart1"/>
    <dgm:cxn modelId="{68BCE0BA-1FD7-4816-AEF1-BB57508CC3CA}" type="presParOf" srcId="{65851D5A-E234-4BBF-B12E-B010C3235B9C}" destId="{A7FD47FC-81D8-41F0-AD39-6D2987F0A0AA}" srcOrd="1" destOrd="0" presId="urn:microsoft.com/office/officeart/2005/8/layout/orgChart1"/>
    <dgm:cxn modelId="{F242F897-5B45-4115-B00C-FAE76D8533C5}" type="presParOf" srcId="{CCD8A3E1-1171-4C49-82F7-C0F56FA085A3}" destId="{A5BD8073-B0AB-40C6-B189-BFE0F1080FC5}" srcOrd="1" destOrd="0" presId="urn:microsoft.com/office/officeart/2005/8/layout/orgChart1"/>
    <dgm:cxn modelId="{D23D5ADF-B4E6-488E-978E-D078FF91B3CF}" type="presParOf" srcId="{CCD8A3E1-1171-4C49-82F7-C0F56FA085A3}" destId="{879EA96F-18EF-4090-89FF-9773A21EFEC4}" srcOrd="2" destOrd="0" presId="urn:microsoft.com/office/officeart/2005/8/layout/orgChart1"/>
    <dgm:cxn modelId="{7C645081-2165-4881-A76B-93E5A4C8991C}" type="presParOf" srcId="{0F29350B-4462-40AD-A420-FBAAA86F0DA9}" destId="{199A8ED6-6897-4DE3-9CAE-9BC1F682C5AC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1D6012A-797E-45D2-AD9B-DE9923C8F51D}">
      <dsp:nvSpPr>
        <dsp:cNvPr id="0" name=""/>
        <dsp:cNvSpPr/>
      </dsp:nvSpPr>
      <dsp:spPr>
        <a:xfrm>
          <a:off x="4229100" y="2369253"/>
          <a:ext cx="2992119" cy="51929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59646"/>
              </a:lnTo>
              <a:lnTo>
                <a:pt x="2992119" y="259646"/>
              </a:lnTo>
              <a:lnTo>
                <a:pt x="2992119" y="519293"/>
              </a:lnTo>
            </a:path>
          </a:pathLst>
        </a:custGeom>
        <a:noFill/>
        <a:ln w="25400" cap="flat" cmpd="sng" algn="ctr">
          <a:solidFill>
            <a:schemeClr val="dk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B94D2E4-4254-4E7C-AD9C-0F0E08BE3414}">
      <dsp:nvSpPr>
        <dsp:cNvPr id="0" name=""/>
        <dsp:cNvSpPr/>
      </dsp:nvSpPr>
      <dsp:spPr>
        <a:xfrm>
          <a:off x="4183380" y="2369253"/>
          <a:ext cx="91440" cy="519293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519293"/>
              </a:lnTo>
            </a:path>
          </a:pathLst>
        </a:custGeom>
        <a:noFill/>
        <a:ln w="25400" cap="flat" cmpd="sng" algn="ctr">
          <a:solidFill>
            <a:schemeClr val="dk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B714396-6777-4A65-832C-8E2761F88459}">
      <dsp:nvSpPr>
        <dsp:cNvPr id="0" name=""/>
        <dsp:cNvSpPr/>
      </dsp:nvSpPr>
      <dsp:spPr>
        <a:xfrm>
          <a:off x="1236980" y="2369253"/>
          <a:ext cx="2992119" cy="519293"/>
        </a:xfrm>
        <a:custGeom>
          <a:avLst/>
          <a:gdLst/>
          <a:ahLst/>
          <a:cxnLst/>
          <a:rect l="0" t="0" r="0" b="0"/>
          <a:pathLst>
            <a:path>
              <a:moveTo>
                <a:pt x="2992119" y="0"/>
              </a:moveTo>
              <a:lnTo>
                <a:pt x="2992119" y="259646"/>
              </a:lnTo>
              <a:lnTo>
                <a:pt x="0" y="259646"/>
              </a:lnTo>
              <a:lnTo>
                <a:pt x="0" y="519293"/>
              </a:lnTo>
            </a:path>
          </a:pathLst>
        </a:custGeom>
        <a:noFill/>
        <a:ln w="25400" cap="flat" cmpd="sng" algn="ctr">
          <a:solidFill>
            <a:schemeClr val="dk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79F6B11-32F8-4063-B232-EF2473811F15}">
      <dsp:nvSpPr>
        <dsp:cNvPr id="0" name=""/>
        <dsp:cNvSpPr/>
      </dsp:nvSpPr>
      <dsp:spPr>
        <a:xfrm>
          <a:off x="2992687" y="1132840"/>
          <a:ext cx="2472825" cy="1236412"/>
        </a:xfrm>
        <a:prstGeom prst="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l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lvl="0" algn="ctr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4000" b="1" kern="12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itchFamily="34" charset="0"/>
              <a:cs typeface="Arial" pitchFamily="34" charset="0"/>
            </a:rPr>
            <a:t>Main Message</a:t>
          </a:r>
          <a:endParaRPr lang="en-US" sz="4000" b="1" kern="120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Arial" pitchFamily="34" charset="0"/>
            <a:cs typeface="Arial" pitchFamily="34" charset="0"/>
          </a:endParaRPr>
        </a:p>
      </dsp:txBody>
      <dsp:txXfrm>
        <a:off x="2992687" y="1132840"/>
        <a:ext cx="2472825" cy="1236412"/>
      </dsp:txXfrm>
    </dsp:sp>
    <dsp:sp modelId="{F293D7D9-BB97-4292-8F5B-73731663059F}">
      <dsp:nvSpPr>
        <dsp:cNvPr id="0" name=""/>
        <dsp:cNvSpPr/>
      </dsp:nvSpPr>
      <dsp:spPr>
        <a:xfrm>
          <a:off x="567" y="2888546"/>
          <a:ext cx="2472825" cy="1236412"/>
        </a:xfrm>
        <a:prstGeom prst="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l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lvl="0" algn="ctr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4000" kern="1200" dirty="0" smtClean="0">
              <a:latin typeface="Arial" pitchFamily="34" charset="0"/>
              <a:cs typeface="Arial" pitchFamily="34" charset="0"/>
            </a:rPr>
            <a:t>Point 1</a:t>
          </a:r>
          <a:endParaRPr lang="en-US" sz="4000" kern="1200" dirty="0">
            <a:latin typeface="Arial" pitchFamily="34" charset="0"/>
            <a:cs typeface="Arial" pitchFamily="34" charset="0"/>
          </a:endParaRPr>
        </a:p>
      </dsp:txBody>
      <dsp:txXfrm>
        <a:off x="567" y="2888546"/>
        <a:ext cx="2472825" cy="1236412"/>
      </dsp:txXfrm>
    </dsp:sp>
    <dsp:sp modelId="{754B0615-0BC7-4831-997F-6867F4119826}">
      <dsp:nvSpPr>
        <dsp:cNvPr id="0" name=""/>
        <dsp:cNvSpPr/>
      </dsp:nvSpPr>
      <dsp:spPr>
        <a:xfrm>
          <a:off x="2992687" y="2888546"/>
          <a:ext cx="2472825" cy="1236412"/>
        </a:xfrm>
        <a:prstGeom prst="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l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lvl="0" algn="ctr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4000" kern="1200" dirty="0" smtClean="0">
              <a:latin typeface="Arial" pitchFamily="34" charset="0"/>
              <a:cs typeface="Arial" pitchFamily="34" charset="0"/>
            </a:rPr>
            <a:t>Point 2</a:t>
          </a:r>
          <a:endParaRPr lang="en-US" sz="4000" kern="1200" dirty="0">
            <a:latin typeface="Arial" pitchFamily="34" charset="0"/>
            <a:cs typeface="Arial" pitchFamily="34" charset="0"/>
          </a:endParaRPr>
        </a:p>
      </dsp:txBody>
      <dsp:txXfrm>
        <a:off x="2992687" y="2888546"/>
        <a:ext cx="2472825" cy="1236412"/>
      </dsp:txXfrm>
    </dsp:sp>
    <dsp:sp modelId="{082217B0-E8EC-4C6B-9E6C-CAB83A951EA6}">
      <dsp:nvSpPr>
        <dsp:cNvPr id="0" name=""/>
        <dsp:cNvSpPr/>
      </dsp:nvSpPr>
      <dsp:spPr>
        <a:xfrm>
          <a:off x="5984806" y="2888546"/>
          <a:ext cx="2472825" cy="1236412"/>
        </a:xfrm>
        <a:prstGeom prst="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l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lvl="0" algn="ctr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4000" kern="1200" dirty="0" smtClean="0">
              <a:latin typeface="Arial" pitchFamily="34" charset="0"/>
              <a:cs typeface="Arial" pitchFamily="34" charset="0"/>
            </a:rPr>
            <a:t>Point 3</a:t>
          </a:r>
          <a:endParaRPr lang="en-US" sz="4000" kern="1200" dirty="0">
            <a:latin typeface="Arial" pitchFamily="34" charset="0"/>
            <a:cs typeface="Arial" pitchFamily="34" charset="0"/>
          </a:endParaRPr>
        </a:p>
      </dsp:txBody>
      <dsp:txXfrm>
        <a:off x="5984806" y="2888546"/>
        <a:ext cx="2472825" cy="123641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8475" cy="4651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70338" y="0"/>
            <a:ext cx="3038475" cy="4651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CDA2F90-5AC1-4029-B3B2-7F43DB5CAA41}" type="datetimeFigureOut">
              <a:rPr kumimoji="1" lang="ja-JP" altLang="en-US" smtClean="0"/>
              <a:pPr/>
              <a:t>2024/6/3</a:t>
            </a:fld>
            <a:endParaRPr kumimoji="1" lang="ja-JP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829675"/>
            <a:ext cx="3038475" cy="46513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70338" y="8829675"/>
            <a:ext cx="3038475" cy="46513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66AA924-C4C1-4908-B85C-00C81F7192D4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6/3/2024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6/3/2024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6/3/2024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6/3/2024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6/3/2024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6/3/2024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6/3/2024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e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e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e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e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jpe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730375"/>
            <a:ext cx="8001000" cy="784225"/>
          </a:xfrm>
        </p:spPr>
        <p:txBody>
          <a:bodyPr>
            <a:normAutofit fontScale="90000"/>
          </a:bodyPr>
          <a:lstStyle/>
          <a:p>
            <a:r>
              <a:rPr kumimoji="1" lang="en-US" altLang="ja-JP" sz="10700" b="1" dirty="0" smtClean="0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Presentation</a:t>
            </a:r>
            <a:r>
              <a:rPr kumimoji="1" lang="en-US" altLang="ja-JP" sz="10700" b="1" dirty="0" smtClean="0">
                <a:solidFill>
                  <a:schemeClr val="bg1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kumimoji="1" lang="en-US" altLang="ja-JP" sz="7200" b="1" dirty="0" smtClean="0">
                <a:solidFill>
                  <a:schemeClr val="bg1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/>
            </a:r>
            <a:br>
              <a:rPr kumimoji="1" lang="en-US" altLang="ja-JP" sz="7200" b="1" dirty="0" smtClean="0">
                <a:solidFill>
                  <a:schemeClr val="bg1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kumimoji="1" lang="en-US" altLang="ja-JP" sz="7200" b="1" dirty="0" smtClean="0">
                <a:solidFill>
                  <a:schemeClr val="bg1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                          </a:t>
            </a:r>
            <a:endParaRPr kumimoji="1" lang="ja-JP" altLang="en-US" sz="4800" b="1" dirty="0">
              <a:solidFill>
                <a:schemeClr val="bg1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7376" y="2902083"/>
            <a:ext cx="5355965" cy="358246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81000" y="285257"/>
            <a:ext cx="498437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 b="1" dirty="0" smtClean="0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How to make good</a:t>
            </a:r>
            <a:endParaRPr lang="en-US" sz="4800" b="1" dirty="0">
              <a:solidFill>
                <a:schemeClr val="tx2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57200" y="6215713"/>
            <a:ext cx="32004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i="1" u="sng" dirty="0" smtClean="0">
                <a:solidFill>
                  <a:schemeClr val="tx2">
                    <a:lumMod val="75000"/>
                  </a:schemeClr>
                </a:solidFill>
              </a:rPr>
              <a:t>Prepared by:</a:t>
            </a:r>
            <a:r>
              <a:rPr lang="en-US" sz="1600" b="1" dirty="0" smtClean="0">
                <a:solidFill>
                  <a:schemeClr val="tx2">
                    <a:lumMod val="75000"/>
                  </a:schemeClr>
                </a:solidFill>
              </a:rPr>
              <a:t> Le Hung Cuong</a:t>
            </a:r>
            <a:endParaRPr lang="en-US" sz="1600" b="1" dirty="0">
              <a:solidFill>
                <a:schemeClr val="tx2">
                  <a:lumMod val="75000"/>
                </a:schemeClr>
              </a:solidFill>
            </a:endParaRPr>
          </a:p>
        </p:txBody>
      </p:sp>
      <p:cxnSp>
        <p:nvCxnSpPr>
          <p:cNvPr id="7" name="Straight Connector 6"/>
          <p:cNvCxnSpPr/>
          <p:nvPr/>
        </p:nvCxnSpPr>
        <p:spPr>
          <a:xfrm>
            <a:off x="2057400" y="2514600"/>
            <a:ext cx="52578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762000" y="2775605"/>
            <a:ext cx="29718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smtClean="0">
                <a:solidFill>
                  <a:schemeClr val="tx2">
                    <a:lumMod val="75000"/>
                  </a:schemeClr>
                </a:solidFill>
              </a:rPr>
              <a:t>Some small tips</a:t>
            </a:r>
            <a:endParaRPr lang="en-US" sz="2800" b="1" dirty="0">
              <a:solidFill>
                <a:schemeClr val="tx2">
                  <a:lumMod val="75000"/>
                </a:schemeClr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>
          <a:xfrm>
            <a:off x="393731" y="690402"/>
            <a:ext cx="8305800" cy="99372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kumimoji="1" lang="en-US" altLang="ja-JP" sz="6000" b="1" dirty="0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Report </a:t>
            </a:r>
            <a:r>
              <a:rPr kumimoji="1" lang="en-US" altLang="ja-JP" sz="6000" b="1" dirty="0" smtClean="0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&gt;&lt;  Presentation</a:t>
            </a:r>
            <a:r>
              <a:rPr kumimoji="1" lang="en-US" altLang="ja-JP" b="1" dirty="0" smtClean="0">
                <a:solidFill>
                  <a:schemeClr val="bg1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/>
            </a:r>
            <a:br>
              <a:rPr kumimoji="1" lang="en-US" altLang="ja-JP" b="1" dirty="0" smtClean="0">
                <a:solidFill>
                  <a:schemeClr val="bg1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kumimoji="1" lang="en-US" altLang="ja-JP" b="1" dirty="0" smtClean="0">
                <a:solidFill>
                  <a:schemeClr val="bg1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                          </a:t>
            </a:r>
            <a:endParaRPr kumimoji="1" lang="ja-JP" altLang="en-US" sz="3200" b="1" dirty="0">
              <a:solidFill>
                <a:schemeClr val="bg1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" name="Title 1"/>
          <p:cNvSpPr txBox="1">
            <a:spLocks/>
          </p:cNvSpPr>
          <p:nvPr/>
        </p:nvSpPr>
        <p:spPr>
          <a:xfrm>
            <a:off x="3861298" y="548438"/>
            <a:ext cx="6019800" cy="7842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kumimoji="1" lang="en-US" altLang="ja-JP" sz="6000" b="1" dirty="0" smtClean="0">
                <a:solidFill>
                  <a:schemeClr val="bg1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kumimoji="1" lang="en-US" altLang="ja-JP" b="1" dirty="0" smtClean="0">
                <a:solidFill>
                  <a:schemeClr val="bg1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/>
            </a:r>
            <a:br>
              <a:rPr kumimoji="1" lang="en-US" altLang="ja-JP" b="1" dirty="0" smtClean="0">
                <a:solidFill>
                  <a:schemeClr val="bg1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kumimoji="1" lang="en-US" altLang="ja-JP" b="1" dirty="0" smtClean="0">
                <a:solidFill>
                  <a:schemeClr val="bg1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                          </a:t>
            </a:r>
            <a:endParaRPr kumimoji="1" lang="ja-JP" altLang="en-US" sz="3200" b="1" dirty="0">
              <a:solidFill>
                <a:schemeClr val="bg1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85800" y="1457032"/>
            <a:ext cx="51054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i="1" dirty="0" smtClean="0">
                <a:solidFill>
                  <a:schemeClr val="tx2">
                    <a:lumMod val="75000"/>
                  </a:schemeClr>
                </a:solidFill>
              </a:rPr>
              <a:t>Delivery information</a:t>
            </a:r>
          </a:p>
          <a:p>
            <a:r>
              <a:rPr lang="en-US" sz="2400" b="1" i="1" dirty="0" smtClean="0">
                <a:solidFill>
                  <a:schemeClr val="tx2">
                    <a:lumMod val="75000"/>
                  </a:schemeClr>
                </a:solidFill>
              </a:rPr>
              <a:t>Document, file</a:t>
            </a:r>
            <a:endParaRPr lang="en-US" sz="2400" b="1" i="1" dirty="0">
              <a:solidFill>
                <a:schemeClr val="tx2">
                  <a:lumMod val="75000"/>
                </a:schemeClr>
              </a:solidFill>
            </a:endParaRPr>
          </a:p>
          <a:p>
            <a:r>
              <a:rPr lang="en-US" sz="2400" b="1" i="1" dirty="0">
                <a:solidFill>
                  <a:schemeClr val="tx2">
                    <a:lumMod val="75000"/>
                  </a:schemeClr>
                </a:solidFill>
              </a:rPr>
              <a:t>Data, evident, result</a:t>
            </a:r>
            <a:r>
              <a:rPr lang="en-US" sz="2400" b="1" i="1" dirty="0" smtClean="0">
                <a:solidFill>
                  <a:schemeClr val="tx2">
                    <a:lumMod val="75000"/>
                  </a:schemeClr>
                </a:solidFill>
              </a:rPr>
              <a:t>…</a:t>
            </a:r>
            <a:endParaRPr lang="en-US" sz="2400" b="1" i="1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829790" y="5301632"/>
            <a:ext cx="388620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>
                <a:solidFill>
                  <a:schemeClr val="tx2">
                    <a:lumMod val="75000"/>
                  </a:schemeClr>
                </a:solidFill>
              </a:rPr>
              <a:t>Report:</a:t>
            </a:r>
          </a:p>
          <a:p>
            <a:r>
              <a:rPr lang="en-US" b="1" dirty="0" smtClean="0">
                <a:solidFill>
                  <a:schemeClr val="tx2">
                    <a:lumMod val="75000"/>
                  </a:schemeClr>
                </a:solidFill>
              </a:rPr>
              <a:t>Understand content by reading</a:t>
            </a:r>
            <a:endParaRPr lang="en-US" b="1" dirty="0">
              <a:solidFill>
                <a:schemeClr val="tx2">
                  <a:lumMod val="75000"/>
                </a:schemeClr>
              </a:solidFill>
            </a:endParaRPr>
          </a:p>
        </p:txBody>
      </p:sp>
      <p:pic>
        <p:nvPicPr>
          <p:cNvPr id="27" name="Picture 2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9790" y="3276600"/>
            <a:ext cx="3031508" cy="2025032"/>
          </a:xfrm>
          <a:prstGeom prst="rect">
            <a:avLst/>
          </a:prstGeom>
        </p:spPr>
      </p:pic>
      <p:pic>
        <p:nvPicPr>
          <p:cNvPr id="28" name="Picture 2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21486" y="3262030"/>
            <a:ext cx="3609249" cy="2039602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4622831" y="5310641"/>
            <a:ext cx="409575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>
                <a:solidFill>
                  <a:schemeClr val="tx2">
                    <a:lumMod val="75000"/>
                  </a:schemeClr>
                </a:solidFill>
              </a:rPr>
              <a:t>Presentation:</a:t>
            </a:r>
          </a:p>
          <a:p>
            <a:r>
              <a:rPr lang="en-US" b="1" dirty="0" smtClean="0">
                <a:solidFill>
                  <a:schemeClr val="tx2">
                    <a:lumMod val="75000"/>
                  </a:schemeClr>
                </a:solidFill>
              </a:rPr>
              <a:t>Listening explanation, document support</a:t>
            </a:r>
            <a:endParaRPr lang="en-US" b="1" dirty="0">
              <a:solidFill>
                <a:schemeClr val="tx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290899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411" y="1143000"/>
            <a:ext cx="9044368" cy="4495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89641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217" y="914400"/>
            <a:ext cx="8972583" cy="578690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14267" y="228600"/>
            <a:ext cx="90678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i="1" u="sng" dirty="0" smtClean="0">
                <a:solidFill>
                  <a:schemeClr val="tx2">
                    <a:lumMod val="75000"/>
                  </a:schemeClr>
                </a:solidFill>
              </a:rPr>
              <a:t>Example:</a:t>
            </a:r>
            <a:r>
              <a:rPr lang="en-US" sz="3200" dirty="0" smtClean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en-US" sz="3200" b="1" dirty="0" smtClean="0">
                <a:solidFill>
                  <a:schemeClr val="tx2">
                    <a:lumMod val="75000"/>
                  </a:schemeClr>
                </a:solidFill>
              </a:rPr>
              <a:t>Do we need all information in your slide?</a:t>
            </a:r>
            <a:endParaRPr lang="en-US" sz="3200" b="1" dirty="0">
              <a:solidFill>
                <a:schemeClr val="tx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800055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304800"/>
            <a:ext cx="8915400" cy="1143000"/>
          </a:xfrm>
        </p:spPr>
        <p:txBody>
          <a:bodyPr>
            <a:noAutofit/>
          </a:bodyPr>
          <a:lstStyle/>
          <a:p>
            <a:pPr algn="l"/>
            <a:r>
              <a:rPr kumimoji="1" lang="en-US" altLang="ja-JP" sz="2800" dirty="0" smtClean="0">
                <a:solidFill>
                  <a:schemeClr val="bg1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Many people start presentation </a:t>
            </a:r>
            <a:br>
              <a:rPr kumimoji="1" lang="en-US" altLang="ja-JP" sz="2800" dirty="0" smtClean="0">
                <a:solidFill>
                  <a:schemeClr val="bg1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</a:br>
            <a:r>
              <a:rPr kumimoji="1" lang="en-US" altLang="ja-JP" sz="3200" dirty="0" smtClean="0">
                <a:solidFill>
                  <a:schemeClr val="bg1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                                  </a:t>
            </a:r>
            <a:r>
              <a:rPr kumimoji="1" lang="en-US" altLang="ja-JP" sz="48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cs typeface="Arial" pitchFamily="34" charset="0"/>
              </a:rPr>
              <a:t>directly on PC</a:t>
            </a:r>
            <a:r>
              <a:rPr kumimoji="1" lang="en-US" altLang="ja-JP" sz="2800" dirty="0" smtClean="0">
                <a:solidFill>
                  <a:schemeClr val="bg1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.</a:t>
            </a:r>
            <a:endParaRPr kumimoji="1" lang="ja-JP" altLang="en-US" sz="2800" dirty="0">
              <a:solidFill>
                <a:schemeClr val="bg1">
                  <a:lumMod val="50000"/>
                </a:schemeClr>
              </a:solidFill>
              <a:latin typeface="Arial" pitchFamily="34" charset="0"/>
              <a:cs typeface="Arial" pitchFamily="34" charset="0"/>
            </a:endParaRPr>
          </a:p>
        </p:txBody>
      </p:sp>
      <p:pic>
        <p:nvPicPr>
          <p:cNvPr id="5" name="Picture 4" descr="untitledpc.bmp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6248400" y="3947090"/>
            <a:ext cx="2514600" cy="264090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85800" y="2545140"/>
            <a:ext cx="84582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kumimoji="1" lang="en-US" altLang="ja-JP" sz="32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cs typeface="Arial" pitchFamily="34" charset="0"/>
              </a:rPr>
              <a:t>Be confused</a:t>
            </a:r>
            <a:r>
              <a:rPr kumimoji="1" lang="en-US" altLang="ja-JP" sz="2400" dirty="0" smtClean="0">
                <a:solidFill>
                  <a:schemeClr val="bg1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 thinking with doc. making process.</a:t>
            </a:r>
          </a:p>
          <a:p>
            <a:pPr>
              <a:buFont typeface="Arial" pitchFamily="34" charset="0"/>
              <a:buChar char="•"/>
            </a:pPr>
            <a:r>
              <a:rPr kumimoji="1" lang="en-US" altLang="ja-JP" sz="32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cs typeface="Arial" pitchFamily="34" charset="0"/>
              </a:rPr>
              <a:t>Imagine</a:t>
            </a:r>
            <a:r>
              <a:rPr kumimoji="1" lang="en-US" altLang="ja-JP" sz="2400" dirty="0" smtClean="0">
                <a:latin typeface="Arial" pitchFamily="34" charset="0"/>
                <a:cs typeface="Arial" pitchFamily="34" charset="0"/>
              </a:rPr>
              <a:t> </a:t>
            </a:r>
            <a:r>
              <a:rPr kumimoji="1" lang="en-US" altLang="ja-JP" sz="2400" dirty="0" smtClean="0">
                <a:solidFill>
                  <a:schemeClr val="bg1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overall picture </a:t>
            </a:r>
            <a:r>
              <a:rPr kumimoji="1" lang="en-US" altLang="ja-JP" sz="32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cs typeface="Arial" pitchFamily="34" charset="0"/>
              </a:rPr>
              <a:t>difficultly</a:t>
            </a:r>
            <a:r>
              <a:rPr kumimoji="1" lang="en-US" altLang="ja-JP" sz="2400" dirty="0" smtClean="0">
                <a:latin typeface="Arial" pitchFamily="34" charset="0"/>
                <a:cs typeface="Arial" pitchFamily="34" charset="0"/>
              </a:rPr>
              <a:t>.</a:t>
            </a:r>
          </a:p>
          <a:p>
            <a:pPr>
              <a:buFont typeface="Arial" pitchFamily="34" charset="0"/>
              <a:buChar char="•"/>
            </a:pPr>
            <a:r>
              <a:rPr kumimoji="1" lang="en-US" altLang="ja-JP" sz="32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cs typeface="Arial" pitchFamily="34" charset="0"/>
              </a:rPr>
              <a:t>Need</a:t>
            </a:r>
            <a:r>
              <a:rPr kumimoji="1" lang="en-US" altLang="ja-JP" sz="2400" dirty="0" smtClean="0">
                <a:latin typeface="Arial" pitchFamily="34" charset="0"/>
                <a:cs typeface="Arial" pitchFamily="34" charset="0"/>
              </a:rPr>
              <a:t> </a:t>
            </a:r>
            <a:r>
              <a:rPr kumimoji="1" lang="en-US" altLang="ja-JP" sz="2400" dirty="0" smtClean="0">
                <a:solidFill>
                  <a:schemeClr val="bg1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much</a:t>
            </a:r>
            <a:r>
              <a:rPr kumimoji="1" lang="en-US" altLang="ja-JP" sz="32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cs typeface="Arial" pitchFamily="34" charset="0"/>
              </a:rPr>
              <a:t> time </a:t>
            </a:r>
            <a:r>
              <a:rPr kumimoji="1" lang="en-US" altLang="ja-JP" sz="2400" dirty="0" smtClean="0">
                <a:solidFill>
                  <a:schemeClr val="bg1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for adjustment</a:t>
            </a:r>
            <a:r>
              <a:rPr kumimoji="1" lang="en-US" altLang="ja-JP" sz="2400" dirty="0" smtClean="0">
                <a:latin typeface="Arial" pitchFamily="34" charset="0"/>
                <a:cs typeface="Arial" pitchFamily="34" charset="0"/>
              </a:rPr>
              <a:t>. </a:t>
            </a:r>
            <a:endParaRPr kumimoji="1" lang="ja-JP" altLang="en-US" sz="2400" dirty="0"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904982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4400" y="2514600"/>
            <a:ext cx="8382000" cy="3200400"/>
          </a:xfrm>
        </p:spPr>
        <p:txBody>
          <a:bodyPr>
            <a:noAutofit/>
          </a:bodyPr>
          <a:lstStyle/>
          <a:p>
            <a:r>
              <a:rPr kumimoji="1" lang="en-US" altLang="ja-JP" b="1" dirty="0" smtClean="0">
                <a:solidFill>
                  <a:schemeClr val="bg1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cs typeface="Arial" pitchFamily="34" charset="0"/>
              </a:rPr>
              <a:t>Step 1: </a:t>
            </a:r>
            <a:r>
              <a:rPr kumimoji="1" lang="en-US" altLang="ja-JP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cs typeface="Arial" pitchFamily="34" charset="0"/>
              </a:rPr>
              <a:t>Analog </a:t>
            </a:r>
            <a:r>
              <a:rPr kumimoji="1" lang="en-US" altLang="ja-JP" sz="2800" dirty="0" smtClean="0">
                <a:solidFill>
                  <a:schemeClr val="bg1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(brain storming)</a:t>
            </a:r>
            <a:endParaRPr kumimoji="1" lang="en-US" altLang="ja-JP" dirty="0" smtClean="0">
              <a:solidFill>
                <a:schemeClr val="bg1">
                  <a:lumMod val="50000"/>
                </a:schemeClr>
              </a:solidFill>
              <a:latin typeface="Arial" pitchFamily="34" charset="0"/>
              <a:cs typeface="Arial" pitchFamily="34" charset="0"/>
            </a:endParaRPr>
          </a:p>
          <a:p>
            <a:r>
              <a:rPr kumimoji="1" lang="en-US" altLang="ja-JP" b="1" dirty="0" smtClean="0">
                <a:solidFill>
                  <a:schemeClr val="bg1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cs typeface="Arial" pitchFamily="34" charset="0"/>
              </a:rPr>
              <a:t>Step 2: </a:t>
            </a:r>
            <a:r>
              <a:rPr kumimoji="1" lang="en-US" altLang="ja-JP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cs typeface="Arial" pitchFamily="34" charset="0"/>
              </a:rPr>
              <a:t>Story board </a:t>
            </a:r>
            <a:endParaRPr kumimoji="1" lang="en-US" altLang="ja-JP" dirty="0" smtClean="0">
              <a:solidFill>
                <a:schemeClr val="bg1">
                  <a:lumMod val="50000"/>
                </a:schemeClr>
              </a:solidFill>
              <a:latin typeface="Arial" pitchFamily="34" charset="0"/>
              <a:cs typeface="Arial" pitchFamily="34" charset="0"/>
            </a:endParaRPr>
          </a:p>
          <a:p>
            <a:r>
              <a:rPr kumimoji="1" lang="en-US" altLang="ja-JP" b="1" dirty="0" smtClean="0">
                <a:solidFill>
                  <a:schemeClr val="bg1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cs typeface="Arial" pitchFamily="34" charset="0"/>
              </a:rPr>
              <a:t>Step 3: </a:t>
            </a:r>
            <a:r>
              <a:rPr kumimoji="1" lang="en-US" altLang="ja-JP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cs typeface="Arial" pitchFamily="34" charset="0"/>
              </a:rPr>
              <a:t>Sketch of slide</a:t>
            </a:r>
          </a:p>
          <a:p>
            <a:r>
              <a:rPr kumimoji="1" lang="en-US" altLang="ja-JP" b="1" dirty="0" smtClean="0">
                <a:solidFill>
                  <a:schemeClr val="bg1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cs typeface="Arial" pitchFamily="34" charset="0"/>
              </a:rPr>
              <a:t>Step 4: </a:t>
            </a:r>
            <a:r>
              <a:rPr kumimoji="1" lang="en-US" altLang="ja-JP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cs typeface="Arial" pitchFamily="34" charset="0"/>
              </a:rPr>
              <a:t>Power point</a:t>
            </a:r>
          </a:p>
          <a:p>
            <a:r>
              <a:rPr kumimoji="1" lang="en-US" altLang="ja-JP" b="1" dirty="0" smtClean="0">
                <a:solidFill>
                  <a:schemeClr val="bg1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cs typeface="Arial" pitchFamily="34" charset="0"/>
              </a:rPr>
              <a:t>Step 5: </a:t>
            </a:r>
            <a:r>
              <a:rPr kumimoji="1" lang="en-US" altLang="ja-JP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cs typeface="Arial" pitchFamily="34" charset="0"/>
              </a:rPr>
              <a:t>Review</a:t>
            </a:r>
            <a:endParaRPr kumimoji="1" lang="en-US" altLang="ja-JP" dirty="0" smtClean="0"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533400" y="685800"/>
            <a:ext cx="9144000" cy="1325562"/>
          </a:xfrm>
        </p:spPr>
        <p:txBody>
          <a:bodyPr>
            <a:noAutofit/>
          </a:bodyPr>
          <a:lstStyle/>
          <a:p>
            <a:pPr algn="l"/>
            <a:r>
              <a:rPr kumimoji="1" lang="en-US" altLang="ja-JP" sz="2800" dirty="0" smtClean="0">
                <a:solidFill>
                  <a:schemeClr val="bg1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Apply </a:t>
            </a:r>
            <a:r>
              <a:rPr kumimoji="1" lang="en-US" altLang="ja-JP" sz="66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cs typeface="Arial" pitchFamily="34" charset="0"/>
              </a:rPr>
              <a:t>5 steps </a:t>
            </a:r>
            <a:r>
              <a:rPr kumimoji="1" lang="en-US" altLang="ja-JP" sz="2800" dirty="0" smtClean="0">
                <a:solidFill>
                  <a:schemeClr val="bg1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of making presentation.</a:t>
            </a:r>
            <a:endParaRPr kumimoji="1" lang="ja-JP" altLang="en-US" sz="2800" dirty="0">
              <a:solidFill>
                <a:schemeClr val="bg1">
                  <a:lumMod val="50000"/>
                </a:schemeClr>
              </a:solidFill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711860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2" cstate="print"/>
          <a:srcRect l="2927" t="3154" r="50244" b="3815"/>
          <a:stretch>
            <a:fillRect/>
          </a:stretch>
        </p:blipFill>
        <p:spPr bwMode="auto">
          <a:xfrm>
            <a:off x="0" y="0"/>
            <a:ext cx="557939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" name="Title 8"/>
          <p:cNvSpPr>
            <a:spLocks noGrp="1"/>
          </p:cNvSpPr>
          <p:nvPr>
            <p:ph type="title"/>
          </p:nvPr>
        </p:nvSpPr>
        <p:spPr>
          <a:xfrm>
            <a:off x="304800" y="-76200"/>
            <a:ext cx="8229600" cy="1143000"/>
          </a:xfrm>
        </p:spPr>
        <p:txBody>
          <a:bodyPr>
            <a:normAutofit/>
          </a:bodyPr>
          <a:lstStyle/>
          <a:p>
            <a:pPr algn="l"/>
            <a:r>
              <a:rPr kumimoji="1" lang="en-US" altLang="ja-JP" sz="2800" dirty="0" smtClean="0">
                <a:solidFill>
                  <a:schemeClr val="bg1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Step 1: </a:t>
            </a:r>
            <a:r>
              <a:rPr kumimoji="1" lang="en-US" altLang="ja-JP" sz="40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cs typeface="Arial" pitchFamily="34" charset="0"/>
              </a:rPr>
              <a:t>Analog </a:t>
            </a:r>
            <a:endParaRPr kumimoji="1" lang="ja-JP" altLang="en-US" sz="4000" b="1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itchFamily="34" charset="0"/>
              <a:cs typeface="Arial" pitchFamily="34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867400" y="2286000"/>
            <a:ext cx="327660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kumimoji="1" lang="en-US" altLang="ja-JP" sz="2400" dirty="0" smtClean="0">
              <a:solidFill>
                <a:schemeClr val="bg1">
                  <a:lumMod val="50000"/>
                </a:schemeClr>
              </a:solidFill>
              <a:latin typeface="Arial" pitchFamily="34" charset="0"/>
              <a:cs typeface="Arial" pitchFamily="34" charset="0"/>
            </a:endParaRPr>
          </a:p>
          <a:p>
            <a:r>
              <a:rPr kumimoji="1" lang="en-US" altLang="ja-JP" sz="2800" dirty="0" smtClean="0">
                <a:solidFill>
                  <a:schemeClr val="bg1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Brainstorming with</a:t>
            </a:r>
          </a:p>
          <a:p>
            <a:pPr>
              <a:buFont typeface="Arial" pitchFamily="34" charset="0"/>
              <a:buChar char="•"/>
            </a:pPr>
            <a:endParaRPr kumimoji="1" lang="en-US" altLang="ja-JP" sz="3200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itchFamily="34" charset="0"/>
              <a:cs typeface="Arial" pitchFamily="34" charset="0"/>
            </a:endParaRPr>
          </a:p>
          <a:p>
            <a:pPr>
              <a:buFont typeface="Arial" pitchFamily="34" charset="0"/>
              <a:buChar char="•"/>
            </a:pPr>
            <a:r>
              <a:rPr kumimoji="1" lang="en-US" altLang="ja-JP" sz="32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cs typeface="Arial" pitchFamily="34" charset="0"/>
              </a:rPr>
              <a:t>Paper &amp; pencil</a:t>
            </a:r>
          </a:p>
          <a:p>
            <a:pPr>
              <a:buFont typeface="Arial" pitchFamily="34" charset="0"/>
              <a:buChar char="•"/>
            </a:pPr>
            <a:r>
              <a:rPr kumimoji="1" lang="en-US" altLang="ja-JP" sz="32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cs typeface="Arial" pitchFamily="34" charset="0"/>
              </a:rPr>
              <a:t>White board</a:t>
            </a:r>
          </a:p>
          <a:p>
            <a:pPr>
              <a:buFont typeface="Arial" pitchFamily="34" charset="0"/>
              <a:buChar char="•"/>
            </a:pPr>
            <a:r>
              <a:rPr kumimoji="1" lang="en-US" altLang="ja-JP" sz="32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cs typeface="Arial" pitchFamily="34" charset="0"/>
              </a:rPr>
              <a:t>Notepad</a:t>
            </a:r>
            <a:endParaRPr kumimoji="1" lang="ja-JP" altLang="en-US" sz="3200" b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485502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1524000" y="3657600"/>
            <a:ext cx="1905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2800" i="1" dirty="0" smtClean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Know</a:t>
            </a:r>
            <a:endParaRPr kumimoji="1" lang="ja-JP" altLang="en-US" sz="2800" i="1" dirty="0">
              <a:solidFill>
                <a:schemeClr val="bg2">
                  <a:lumMod val="25000"/>
                </a:schemeClr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524000" y="2362200"/>
            <a:ext cx="167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2800" i="1" dirty="0" smtClean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Define</a:t>
            </a:r>
            <a:endParaRPr kumimoji="1" lang="ja-JP" altLang="en-US" sz="2800" i="1">
              <a:solidFill>
                <a:schemeClr val="bg2">
                  <a:lumMod val="25000"/>
                </a:schemeClr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85800" y="5039380"/>
            <a:ext cx="2286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2800" i="1" dirty="0" smtClean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Make clear</a:t>
            </a:r>
            <a:endParaRPr kumimoji="1" lang="ja-JP" altLang="en-US" sz="2800" i="1">
              <a:solidFill>
                <a:schemeClr val="bg2">
                  <a:lumMod val="25000"/>
                </a:schemeClr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04159" y="405824"/>
            <a:ext cx="3716082" cy="110799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ja-JP" sz="66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cs typeface="Arial" pitchFamily="34" charset="0"/>
              </a:rPr>
              <a:t>3 Points </a:t>
            </a:r>
            <a:endParaRPr lang="ja-JP" altLang="en-US" sz="6600" dirty="0">
              <a:solidFill>
                <a:srgbClr val="FF0000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2743200" y="1905000"/>
            <a:ext cx="3573414" cy="110799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/>
            <a:r>
              <a:rPr kumimoji="1" lang="en-US" altLang="ja-JP" sz="6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cs typeface="Arial" pitchFamily="34" charset="0"/>
              </a:rPr>
              <a:t>Purpose</a:t>
            </a:r>
            <a:endParaRPr lang="en-US" sz="66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2667000" y="3235404"/>
            <a:ext cx="3998210" cy="110799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/>
            <a:r>
              <a:rPr kumimoji="1" lang="en-US" altLang="ja-JP" sz="6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cs typeface="Arial" pitchFamily="34" charset="0"/>
              </a:rPr>
              <a:t>Audience</a:t>
            </a:r>
            <a:endParaRPr kumimoji="1" lang="ja-JP" altLang="en-US" sz="6600" b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itchFamily="34" charset="0"/>
              <a:cs typeface="Arial" pitchFamily="34" charset="0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2667000" y="4572000"/>
            <a:ext cx="3764172" cy="110799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/>
            <a:r>
              <a:rPr kumimoji="1" lang="en-US" altLang="ja-JP" sz="6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cs typeface="Arial" pitchFamily="34" charset="0"/>
              </a:rPr>
              <a:t>Message</a:t>
            </a:r>
            <a:endParaRPr kumimoji="1" lang="ja-JP" altLang="en-US" sz="6600" b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15204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untitled.bmp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6324600" y="4648200"/>
            <a:ext cx="2466667" cy="1847619"/>
          </a:xfrm>
          <a:prstGeom prst="rect">
            <a:avLst/>
          </a:prstGeom>
        </p:spPr>
      </p:pic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381000" y="138601"/>
            <a:ext cx="8229600" cy="1143000"/>
          </a:xfrm>
        </p:spPr>
        <p:txBody>
          <a:bodyPr>
            <a:noAutofit/>
          </a:bodyPr>
          <a:lstStyle/>
          <a:p>
            <a:pPr algn="l"/>
            <a:r>
              <a:rPr kumimoji="1" lang="en-US" altLang="ja-JP" sz="2800" dirty="0" smtClean="0">
                <a:solidFill>
                  <a:schemeClr val="bg1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Define </a:t>
            </a:r>
            <a:r>
              <a:rPr kumimoji="1" lang="en-US" altLang="ja-JP" sz="4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cs typeface="Arial" pitchFamily="34" charset="0"/>
              </a:rPr>
              <a:t>Purpose</a:t>
            </a:r>
            <a:endParaRPr kumimoji="1" lang="ja-JP" altLang="en-US" sz="4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itchFamily="34" charset="0"/>
              <a:cs typeface="Arial" pitchFamily="3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85800" y="1141035"/>
            <a:ext cx="8763000" cy="43396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/>
            <a:endParaRPr kumimoji="1" lang="en-US" altLang="ja-JP" sz="4000" b="1" dirty="0" smtClean="0">
              <a:solidFill>
                <a:srgbClr val="0000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itchFamily="34" charset="0"/>
              <a:cs typeface="Arial" pitchFamily="34" charset="0"/>
            </a:endParaRPr>
          </a:p>
          <a:p>
            <a:pPr>
              <a:buFont typeface="Arial" pitchFamily="34" charset="0"/>
              <a:buChar char="•"/>
            </a:pPr>
            <a:r>
              <a:rPr kumimoji="1" lang="en-US" altLang="ja-JP" sz="40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cs typeface="Arial" pitchFamily="34" charset="0"/>
              </a:rPr>
              <a:t>What</a:t>
            </a:r>
            <a:r>
              <a:rPr kumimoji="1" lang="en-US" altLang="ja-JP" sz="3200" dirty="0" smtClean="0">
                <a:latin typeface="Arial" pitchFamily="34" charset="0"/>
                <a:cs typeface="Arial" pitchFamily="34" charset="0"/>
              </a:rPr>
              <a:t> </a:t>
            </a:r>
            <a:r>
              <a:rPr kumimoji="1" lang="en-US" altLang="ja-JP" sz="3200" dirty="0" smtClean="0">
                <a:solidFill>
                  <a:schemeClr val="bg1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do I want audience to do</a:t>
            </a:r>
            <a:r>
              <a:rPr kumimoji="1" lang="en-US" altLang="ja-JP" sz="4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cs typeface="Arial" pitchFamily="34" charset="0"/>
              </a:rPr>
              <a:t> </a:t>
            </a:r>
            <a:r>
              <a:rPr kumimoji="1" lang="en-US" altLang="ja-JP" sz="3200" dirty="0" smtClean="0">
                <a:solidFill>
                  <a:schemeClr val="bg1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?</a:t>
            </a:r>
          </a:p>
          <a:p>
            <a:r>
              <a:rPr kumimoji="1" lang="en-US" altLang="ja-JP" sz="2400" i="1" dirty="0" smtClean="0">
                <a:solidFill>
                  <a:schemeClr val="bg2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                   Ex. I want them to recognize something  </a:t>
            </a:r>
            <a:endParaRPr kumimoji="1" lang="en-US" altLang="ja-JP" sz="2800" i="1" dirty="0" smtClean="0">
              <a:solidFill>
                <a:schemeClr val="bg2">
                  <a:lumMod val="50000"/>
                </a:schemeClr>
              </a:solidFill>
              <a:latin typeface="Arial" pitchFamily="34" charset="0"/>
              <a:cs typeface="Arial" pitchFamily="34" charset="0"/>
            </a:endParaRPr>
          </a:p>
          <a:p>
            <a:r>
              <a:rPr kumimoji="1" lang="en-US" altLang="ja-JP" sz="2800" i="1" dirty="0" smtClean="0">
                <a:solidFill>
                  <a:schemeClr val="bg2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       </a:t>
            </a:r>
            <a:endParaRPr kumimoji="1" lang="en-US" altLang="ja-JP" sz="2400" i="1" dirty="0" smtClean="0">
              <a:solidFill>
                <a:schemeClr val="bg2">
                  <a:lumMod val="50000"/>
                </a:schemeClr>
              </a:solidFill>
              <a:latin typeface="Arial" pitchFamily="34" charset="0"/>
              <a:cs typeface="Arial" pitchFamily="34" charset="0"/>
            </a:endParaRPr>
          </a:p>
          <a:p>
            <a:pPr>
              <a:buFont typeface="Arial" pitchFamily="34" charset="0"/>
              <a:buChar char="•"/>
            </a:pPr>
            <a:r>
              <a:rPr kumimoji="1" lang="en-US" altLang="ja-JP" sz="40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cs typeface="Arial" pitchFamily="34" charset="0"/>
              </a:rPr>
              <a:t>Why</a:t>
            </a:r>
            <a:r>
              <a:rPr kumimoji="1" lang="en-US" altLang="ja-JP" sz="3200" dirty="0" smtClean="0">
                <a:latin typeface="Arial" pitchFamily="34" charset="0"/>
                <a:cs typeface="Arial" pitchFamily="34" charset="0"/>
              </a:rPr>
              <a:t> </a:t>
            </a:r>
            <a:r>
              <a:rPr kumimoji="1" lang="en-US" altLang="ja-JP" sz="3200" dirty="0" smtClean="0">
                <a:solidFill>
                  <a:schemeClr val="bg1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was I asked to speak ?</a:t>
            </a:r>
          </a:p>
          <a:p>
            <a:pPr>
              <a:buFont typeface="Arial" pitchFamily="34" charset="0"/>
              <a:buChar char="•"/>
            </a:pPr>
            <a:endParaRPr kumimoji="1" lang="en-US" altLang="ja-JP" sz="3200" dirty="0" smtClean="0">
              <a:latin typeface="Arial" pitchFamily="34" charset="0"/>
              <a:cs typeface="Arial" pitchFamily="34" charset="0"/>
            </a:endParaRPr>
          </a:p>
          <a:p>
            <a:pPr>
              <a:buFont typeface="Arial" pitchFamily="34" charset="0"/>
              <a:buChar char="•"/>
            </a:pPr>
            <a:r>
              <a:rPr kumimoji="1" lang="en-US" altLang="ja-JP" sz="40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cs typeface="Arial" pitchFamily="34" charset="0"/>
              </a:rPr>
              <a:t>Where</a:t>
            </a:r>
            <a:r>
              <a:rPr kumimoji="1" lang="en-US" altLang="ja-JP" sz="3200" dirty="0" smtClean="0">
                <a:latin typeface="Arial" pitchFamily="34" charset="0"/>
                <a:cs typeface="Arial" pitchFamily="34" charset="0"/>
              </a:rPr>
              <a:t> </a:t>
            </a:r>
            <a:r>
              <a:rPr kumimoji="1" lang="en-US" altLang="ja-JP" sz="3200" dirty="0" smtClean="0">
                <a:solidFill>
                  <a:schemeClr val="bg1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do I want to be ?</a:t>
            </a:r>
          </a:p>
          <a:p>
            <a:r>
              <a:rPr kumimoji="1" lang="en-US" altLang="ja-JP" sz="2800" i="1" dirty="0" smtClean="0">
                <a:solidFill>
                  <a:schemeClr val="bg2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                  </a:t>
            </a:r>
          </a:p>
        </p:txBody>
      </p:sp>
    </p:spTree>
    <p:extLst>
      <p:ext uri="{BB962C8B-B14F-4D97-AF65-F5344CB8AC3E}">
        <p14:creationId xmlns:p14="http://schemas.microsoft.com/office/powerpoint/2010/main" val="17141206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304800"/>
            <a:ext cx="8229600" cy="457200"/>
          </a:xfrm>
        </p:spPr>
        <p:txBody>
          <a:bodyPr>
            <a:noAutofit/>
          </a:bodyPr>
          <a:lstStyle/>
          <a:p>
            <a:pPr algn="l"/>
            <a:r>
              <a:rPr kumimoji="1" lang="en-US" altLang="ja-JP" sz="2800" b="1" dirty="0" smtClean="0">
                <a:solidFill>
                  <a:schemeClr val="bg1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Know </a:t>
            </a:r>
            <a:r>
              <a:rPr kumimoji="1" lang="en-US" altLang="ja-JP" sz="4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cs typeface="Arial" pitchFamily="34" charset="0"/>
              </a:rPr>
              <a:t>audience</a:t>
            </a:r>
            <a:endParaRPr kumimoji="1" lang="ja-JP" altLang="en-US" sz="4000" b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itchFamily="34" charset="0"/>
              <a:cs typeface="Arial" pitchFamily="34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62000" y="1190446"/>
            <a:ext cx="9067800" cy="61247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kumimoji="1" lang="en-US" altLang="ja-JP" sz="40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cs typeface="Arial" pitchFamily="34" charset="0"/>
              </a:rPr>
              <a:t>Who</a:t>
            </a:r>
            <a:r>
              <a:rPr kumimoji="1" lang="en-US" altLang="ja-JP" sz="3200" dirty="0" smtClean="0">
                <a:latin typeface="Arial" pitchFamily="34" charset="0"/>
                <a:cs typeface="Arial" pitchFamily="34" charset="0"/>
              </a:rPr>
              <a:t> </a:t>
            </a:r>
            <a:r>
              <a:rPr kumimoji="1" lang="en-US" altLang="ja-JP" sz="3200" dirty="0" smtClean="0">
                <a:solidFill>
                  <a:schemeClr val="bg1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is the audience ?</a:t>
            </a:r>
          </a:p>
          <a:p>
            <a:pPr>
              <a:buFont typeface="Arial" pitchFamily="34" charset="0"/>
              <a:buChar char="•"/>
            </a:pPr>
            <a:endParaRPr kumimoji="1" lang="en-US" altLang="ja-JP" sz="3200" dirty="0" smtClean="0">
              <a:solidFill>
                <a:schemeClr val="bg1">
                  <a:lumMod val="50000"/>
                </a:schemeClr>
              </a:solidFill>
              <a:latin typeface="Arial" pitchFamily="34" charset="0"/>
              <a:cs typeface="Arial" pitchFamily="34" charset="0"/>
            </a:endParaRPr>
          </a:p>
          <a:p>
            <a:pPr>
              <a:buFont typeface="Arial" pitchFamily="34" charset="0"/>
              <a:buChar char="•"/>
            </a:pPr>
            <a:r>
              <a:rPr kumimoji="1" lang="en-US" altLang="ja-JP" sz="40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cs typeface="Arial" pitchFamily="34" charset="0"/>
              </a:rPr>
              <a:t>Why</a:t>
            </a:r>
            <a:r>
              <a:rPr kumimoji="1" lang="en-US" altLang="ja-JP" sz="3200" dirty="0" smtClean="0">
                <a:solidFill>
                  <a:schemeClr val="bg1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 are they here ?</a:t>
            </a:r>
          </a:p>
          <a:p>
            <a:endParaRPr kumimoji="1" lang="en-US" altLang="ja-JP" sz="3200" dirty="0" smtClean="0">
              <a:latin typeface="Arial" pitchFamily="34" charset="0"/>
              <a:cs typeface="Arial" pitchFamily="34" charset="0"/>
            </a:endParaRPr>
          </a:p>
          <a:p>
            <a:pPr>
              <a:buFont typeface="Arial" pitchFamily="34" charset="0"/>
              <a:buChar char="•"/>
            </a:pPr>
            <a:r>
              <a:rPr kumimoji="1" lang="en-US" altLang="ja-JP" sz="40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cs typeface="Arial" pitchFamily="34" charset="0"/>
              </a:rPr>
              <a:t>What</a:t>
            </a:r>
            <a:r>
              <a:rPr kumimoji="1" lang="en-US" altLang="ja-JP" sz="3200" dirty="0" smtClean="0">
                <a:latin typeface="Arial" pitchFamily="34" charset="0"/>
                <a:cs typeface="Arial" pitchFamily="34" charset="0"/>
              </a:rPr>
              <a:t> </a:t>
            </a:r>
            <a:r>
              <a:rPr kumimoji="1" lang="en-US" altLang="ja-JP" sz="3200" dirty="0" smtClean="0">
                <a:solidFill>
                  <a:schemeClr val="bg1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is their background ?</a:t>
            </a:r>
          </a:p>
          <a:p>
            <a:pPr>
              <a:buFont typeface="Arial" pitchFamily="34" charset="0"/>
              <a:buChar char="•"/>
            </a:pPr>
            <a:endParaRPr kumimoji="1" lang="en-US" altLang="ja-JP" sz="3200" dirty="0" smtClean="0">
              <a:latin typeface="Arial" pitchFamily="34" charset="0"/>
              <a:cs typeface="Arial" pitchFamily="34" charset="0"/>
            </a:endParaRPr>
          </a:p>
          <a:p>
            <a:pPr>
              <a:buFont typeface="Arial" pitchFamily="34" charset="0"/>
              <a:buChar char="•"/>
            </a:pPr>
            <a:r>
              <a:rPr kumimoji="1" lang="en-US" altLang="ja-JP" sz="40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cs typeface="Arial" pitchFamily="34" charset="0"/>
              </a:rPr>
              <a:t>What</a:t>
            </a:r>
            <a:r>
              <a:rPr kumimoji="1" lang="en-US" altLang="ja-JP" sz="3200" dirty="0" smtClean="0">
                <a:latin typeface="Arial" pitchFamily="34" charset="0"/>
                <a:cs typeface="Arial" pitchFamily="34" charset="0"/>
              </a:rPr>
              <a:t> </a:t>
            </a:r>
            <a:r>
              <a:rPr kumimoji="1" lang="en-US" altLang="ja-JP" sz="3200" dirty="0" smtClean="0">
                <a:solidFill>
                  <a:schemeClr val="bg1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do they expect of us ?</a:t>
            </a:r>
          </a:p>
          <a:p>
            <a:pPr>
              <a:buFont typeface="Arial" pitchFamily="34" charset="0"/>
              <a:buChar char="•"/>
            </a:pPr>
            <a:endParaRPr kumimoji="1" lang="en-US" altLang="ja-JP" sz="3200" dirty="0" smtClean="0">
              <a:solidFill>
                <a:schemeClr val="bg1">
                  <a:lumMod val="50000"/>
                </a:schemeClr>
              </a:solidFill>
              <a:latin typeface="Arial" pitchFamily="34" charset="0"/>
              <a:cs typeface="Arial" pitchFamily="34" charset="0"/>
            </a:endParaRPr>
          </a:p>
          <a:p>
            <a:pPr>
              <a:buFont typeface="Arial" pitchFamily="34" charset="0"/>
              <a:buChar char="•"/>
            </a:pPr>
            <a:r>
              <a:rPr kumimoji="1" lang="en-US" altLang="ja-JP" sz="40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cs typeface="Arial" pitchFamily="34" charset="0"/>
              </a:rPr>
              <a:t>How</a:t>
            </a:r>
            <a:r>
              <a:rPr kumimoji="1" lang="en-US" altLang="ja-JP" sz="3200" dirty="0" smtClean="0">
                <a:solidFill>
                  <a:schemeClr val="bg1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kumimoji="1" lang="en-US" altLang="ja-JP" sz="3200" smtClean="0">
                <a:solidFill>
                  <a:schemeClr val="bg1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can we </a:t>
            </a:r>
            <a:r>
              <a:rPr kumimoji="1" lang="en-US" altLang="ja-JP" sz="3200" dirty="0" smtClean="0">
                <a:solidFill>
                  <a:schemeClr val="bg1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solve their problem ?</a:t>
            </a:r>
          </a:p>
          <a:p>
            <a:pPr>
              <a:buFont typeface="Arial" pitchFamily="34" charset="0"/>
              <a:buChar char="•"/>
            </a:pPr>
            <a:endParaRPr kumimoji="1" lang="en-US" altLang="ja-JP" sz="3200" dirty="0" smtClean="0">
              <a:solidFill>
                <a:schemeClr val="bg1">
                  <a:lumMod val="50000"/>
                </a:schemeClr>
              </a:solidFill>
              <a:latin typeface="Arial" pitchFamily="34" charset="0"/>
              <a:cs typeface="Arial" pitchFamily="34" charset="0"/>
            </a:endParaRPr>
          </a:p>
          <a:p>
            <a:pPr>
              <a:buFont typeface="Arial" pitchFamily="34" charset="0"/>
              <a:buChar char="•"/>
            </a:pPr>
            <a:endParaRPr kumimoji="1" lang="ja-JP" altLang="en-US" sz="3200">
              <a:solidFill>
                <a:schemeClr val="bg1">
                  <a:lumMod val="50000"/>
                </a:schemeClr>
              </a:solidFill>
              <a:latin typeface="Arial" pitchFamily="34" charset="0"/>
              <a:cs typeface="Arial" pitchFamily="34" charset="0"/>
            </a:endParaRPr>
          </a:p>
        </p:txBody>
      </p:sp>
      <p:pic>
        <p:nvPicPr>
          <p:cNvPr id="6" name="Picture 5" descr="untitledg.bmp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6781800" y="3200400"/>
            <a:ext cx="1930998" cy="24868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39998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untitledfd.bmp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6400800" y="4038600"/>
            <a:ext cx="2362200" cy="252548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-76200"/>
            <a:ext cx="8229600" cy="1143000"/>
          </a:xfrm>
        </p:spPr>
        <p:txBody>
          <a:bodyPr>
            <a:normAutofit/>
          </a:bodyPr>
          <a:lstStyle/>
          <a:p>
            <a:pPr algn="l"/>
            <a:r>
              <a:rPr kumimoji="1" lang="en-US" altLang="ja-JP" sz="3100" b="1" dirty="0" smtClean="0">
                <a:solidFill>
                  <a:schemeClr val="bg1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Make clear </a:t>
            </a:r>
            <a:r>
              <a:rPr kumimoji="1" lang="en-US" altLang="ja-JP" sz="4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cs typeface="Arial" pitchFamily="34" charset="0"/>
              </a:rPr>
              <a:t>Message</a:t>
            </a:r>
            <a:endParaRPr kumimoji="1" lang="ja-JP" altLang="en-US" b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838200" y="2251770"/>
            <a:ext cx="6781800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Arial" pitchFamily="34" charset="0"/>
              <a:buChar char="•"/>
            </a:pPr>
            <a:endParaRPr kumimoji="1" lang="en-US" altLang="ja-JP" sz="4000" b="1" dirty="0" smtClean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itchFamily="34" charset="0"/>
              <a:cs typeface="Arial" pitchFamily="34" charset="0"/>
            </a:endParaRPr>
          </a:p>
          <a:p>
            <a:pPr>
              <a:buFont typeface="Arial" pitchFamily="34" charset="0"/>
              <a:buChar char="•"/>
            </a:pPr>
            <a:r>
              <a:rPr kumimoji="1" lang="en-US" altLang="ja-JP" sz="40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cs typeface="Arial" pitchFamily="34" charset="0"/>
              </a:rPr>
              <a:t>What</a:t>
            </a:r>
            <a:r>
              <a:rPr kumimoji="1" lang="en-US" altLang="ja-JP" sz="3200" dirty="0" smtClean="0">
                <a:latin typeface="Arial" pitchFamily="34" charset="0"/>
                <a:cs typeface="Arial" pitchFamily="34" charset="0"/>
              </a:rPr>
              <a:t> </a:t>
            </a:r>
            <a:r>
              <a:rPr kumimoji="1" lang="en-US" altLang="ja-JP" sz="3200" dirty="0" smtClean="0">
                <a:solidFill>
                  <a:schemeClr val="bg1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is your points ?</a:t>
            </a:r>
          </a:p>
          <a:p>
            <a:pPr>
              <a:buFont typeface="Arial" pitchFamily="34" charset="0"/>
              <a:buChar char="•"/>
            </a:pPr>
            <a:endParaRPr kumimoji="1" lang="en-US" altLang="ja-JP" sz="3200" dirty="0" smtClean="0">
              <a:latin typeface="Arial" pitchFamily="34" charset="0"/>
              <a:cs typeface="Arial" pitchFamily="34" charset="0"/>
            </a:endParaRPr>
          </a:p>
          <a:p>
            <a:pPr>
              <a:buFont typeface="Arial" pitchFamily="34" charset="0"/>
              <a:buChar char="•"/>
            </a:pPr>
            <a:r>
              <a:rPr kumimoji="1" lang="en-US" altLang="ja-JP" sz="40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cs typeface="Arial" pitchFamily="34" charset="0"/>
              </a:rPr>
              <a:t>Why</a:t>
            </a:r>
            <a:r>
              <a:rPr kumimoji="1" lang="en-US" altLang="ja-JP" sz="3200" dirty="0" smtClean="0">
                <a:latin typeface="Arial" pitchFamily="34" charset="0"/>
                <a:cs typeface="Arial" pitchFamily="34" charset="0"/>
              </a:rPr>
              <a:t> </a:t>
            </a:r>
            <a:r>
              <a:rPr kumimoji="1" lang="en-US" altLang="ja-JP" sz="3200" dirty="0" smtClean="0">
                <a:solidFill>
                  <a:schemeClr val="bg1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does it matters ?</a:t>
            </a:r>
          </a:p>
          <a:p>
            <a:pPr>
              <a:buFont typeface="Arial" pitchFamily="34" charset="0"/>
              <a:buChar char="•"/>
            </a:pPr>
            <a:endParaRPr kumimoji="1" lang="en-US" altLang="ja-JP" sz="3200" dirty="0" smtClean="0">
              <a:latin typeface="Arial" pitchFamily="34" charset="0"/>
              <a:cs typeface="Arial" pitchFamily="34" charset="0"/>
            </a:endParaRPr>
          </a:p>
          <a:p>
            <a:pPr>
              <a:buFont typeface="Arial" pitchFamily="34" charset="0"/>
              <a:buChar char="•"/>
            </a:pPr>
            <a:r>
              <a:rPr kumimoji="1" lang="en-US" altLang="ja-JP" sz="4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cs typeface="Arial" pitchFamily="34" charset="0"/>
              </a:rPr>
              <a:t>So</a:t>
            </a:r>
            <a:r>
              <a:rPr kumimoji="1" lang="en-US" altLang="ja-JP" sz="3200" dirty="0" smtClean="0">
                <a:latin typeface="Arial" pitchFamily="34" charset="0"/>
                <a:cs typeface="Arial" pitchFamily="34" charset="0"/>
              </a:rPr>
              <a:t> </a:t>
            </a:r>
            <a:r>
              <a:rPr kumimoji="1" lang="en-US" altLang="ja-JP" sz="40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cs typeface="Arial" pitchFamily="34" charset="0"/>
              </a:rPr>
              <a:t>what</a:t>
            </a:r>
            <a:r>
              <a:rPr kumimoji="1" lang="en-US" altLang="ja-JP" sz="3200" dirty="0" smtClean="0">
                <a:latin typeface="Arial" pitchFamily="34" charset="0"/>
                <a:cs typeface="Arial" pitchFamily="34" charset="0"/>
              </a:rPr>
              <a:t> </a:t>
            </a:r>
            <a:r>
              <a:rPr kumimoji="1" lang="en-US" altLang="ja-JP" sz="3200" dirty="0" smtClean="0">
                <a:solidFill>
                  <a:schemeClr val="bg1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?</a:t>
            </a:r>
          </a:p>
          <a:p>
            <a:endParaRPr kumimoji="1" lang="en-US" altLang="ja-JP" sz="3200" dirty="0" smtClean="0">
              <a:latin typeface="Arial" pitchFamily="34" charset="0"/>
              <a:cs typeface="Arial" pitchFamily="34" charset="0"/>
            </a:endParaRPr>
          </a:p>
          <a:p>
            <a:endParaRPr kumimoji="1" lang="ja-JP" altLang="en-US" sz="3200">
              <a:latin typeface="Arial" pitchFamily="34" charset="0"/>
              <a:cs typeface="Arial" pitchFamily="34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600200" y="1320225"/>
            <a:ext cx="64008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32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cs typeface="Arial" pitchFamily="34" charset="0"/>
              </a:rPr>
              <a:t>Message = Opinion + Evidence</a:t>
            </a:r>
            <a:endParaRPr kumimoji="1" lang="ja-JP" altLang="en-US" sz="3200" b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itchFamily="34" charset="0"/>
              <a:cs typeface="Arial" pitchFamily="34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1524000" y="762000"/>
            <a:ext cx="77724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kumimoji="1" lang="en-US" altLang="ja-JP" sz="2400" i="1" dirty="0" smtClean="0">
                <a:solidFill>
                  <a:schemeClr val="bg1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“If only 1 thing, what do you want audience to know”</a:t>
            </a:r>
          </a:p>
        </p:txBody>
      </p:sp>
      <p:sp>
        <p:nvSpPr>
          <p:cNvPr id="8" name="Rectangle 7"/>
          <p:cNvSpPr/>
          <p:nvPr/>
        </p:nvSpPr>
        <p:spPr>
          <a:xfrm>
            <a:off x="4516151" y="1828800"/>
            <a:ext cx="2951449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ja-JP" sz="32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cs typeface="Arial" pitchFamily="34" charset="0"/>
              </a:rPr>
              <a:t>Idea + Reason</a:t>
            </a:r>
            <a:endParaRPr kumimoji="1" lang="ja-JP" altLang="en-US" sz="3200" b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622795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Diagram 3"/>
          <p:cNvGraphicFramePr/>
          <p:nvPr/>
        </p:nvGraphicFramePr>
        <p:xfrm>
          <a:off x="381000" y="304800"/>
          <a:ext cx="8458200" cy="52578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cxnSp>
        <p:nvCxnSpPr>
          <p:cNvPr id="6" name="Straight Connector 5"/>
          <p:cNvCxnSpPr/>
          <p:nvPr/>
        </p:nvCxnSpPr>
        <p:spPr>
          <a:xfrm rot="5400000">
            <a:off x="3847306" y="4609306"/>
            <a:ext cx="990600" cy="609600"/>
          </a:xfrm>
          <a:prstGeom prst="line">
            <a:avLst/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/>
          <p:cNvCxnSpPr/>
          <p:nvPr/>
        </p:nvCxnSpPr>
        <p:spPr>
          <a:xfrm rot="16200000" flipH="1">
            <a:off x="4419600" y="4648200"/>
            <a:ext cx="989806" cy="532606"/>
          </a:xfrm>
          <a:prstGeom prst="line">
            <a:avLst/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 rot="5400000">
            <a:off x="799306" y="4609306"/>
            <a:ext cx="990600" cy="609600"/>
          </a:xfrm>
          <a:prstGeom prst="line">
            <a:avLst/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 rot="16200000" flipH="1">
            <a:off x="1371600" y="4648200"/>
            <a:ext cx="989806" cy="532606"/>
          </a:xfrm>
          <a:prstGeom prst="line">
            <a:avLst/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 rot="5400000">
            <a:off x="6819106" y="4609306"/>
            <a:ext cx="990600" cy="609600"/>
          </a:xfrm>
          <a:prstGeom prst="line">
            <a:avLst/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>
          <a:xfrm rot="16200000" flipH="1">
            <a:off x="7391400" y="4648200"/>
            <a:ext cx="989806" cy="532606"/>
          </a:xfrm>
          <a:prstGeom prst="line">
            <a:avLst/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436483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5777544173_cb10486597_z.jpg"/>
          <p:cNvPicPr>
            <a:picLocks noChangeAspect="1"/>
          </p:cNvPicPr>
          <p:nvPr/>
        </p:nvPicPr>
        <p:blipFill>
          <a:blip r:embed="rId2" cstate="print"/>
          <a:srcRect b="4996"/>
          <a:stretch>
            <a:fillRect/>
          </a:stretch>
        </p:blipFill>
        <p:spPr>
          <a:xfrm>
            <a:off x="0" y="1062039"/>
            <a:ext cx="9144000" cy="5795961"/>
          </a:xfrm>
          <a:prstGeom prst="rect">
            <a:avLst/>
          </a:prstGeom>
        </p:spPr>
      </p:pic>
      <p:sp>
        <p:nvSpPr>
          <p:cNvPr id="7" name="Title 8"/>
          <p:cNvSpPr>
            <a:spLocks noGrp="1"/>
          </p:cNvSpPr>
          <p:nvPr>
            <p:ph type="title"/>
          </p:nvPr>
        </p:nvSpPr>
        <p:spPr>
          <a:xfrm>
            <a:off x="0" y="-152400"/>
            <a:ext cx="5638800" cy="1143000"/>
          </a:xfrm>
        </p:spPr>
        <p:txBody>
          <a:bodyPr>
            <a:normAutofit/>
          </a:bodyPr>
          <a:lstStyle/>
          <a:p>
            <a:pPr algn="l"/>
            <a:r>
              <a:rPr kumimoji="1" lang="en-US" altLang="ja-JP" sz="2800" dirty="0" smtClean="0">
                <a:solidFill>
                  <a:schemeClr val="bg1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Step 2: </a:t>
            </a:r>
            <a:r>
              <a:rPr kumimoji="1" lang="en-US" altLang="ja-JP" sz="40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cs typeface="Arial" pitchFamily="34" charset="0"/>
              </a:rPr>
              <a:t>Story board </a:t>
            </a:r>
            <a:endParaRPr kumimoji="1" lang="ja-JP" altLang="en-US" sz="4000" b="1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itchFamily="34" charset="0"/>
              <a:cs typeface="Arial" pitchFamily="34" charset="0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3048000" y="681335"/>
            <a:ext cx="6096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2400" dirty="0" smtClean="0">
                <a:solidFill>
                  <a:schemeClr val="bg1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“Grouping, identifying the main message”</a:t>
            </a:r>
            <a:endParaRPr kumimoji="1" lang="ja-JP" altLang="en-US" sz="2400">
              <a:solidFill>
                <a:schemeClr val="bg1">
                  <a:lumMod val="50000"/>
                </a:schemeClr>
              </a:solidFill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792920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slide-8-728p.jpg"/>
          <p:cNvPicPr>
            <a:picLocks noGrp="1" noChangeAspect="1"/>
          </p:cNvPicPr>
          <p:nvPr>
            <p:ph idx="1"/>
          </p:nvPr>
        </p:nvPicPr>
        <p:blipFill>
          <a:blip r:embed="rId2" cstate="print"/>
          <a:srcRect l="5887" t="31129" r="10941" b="-796"/>
          <a:stretch>
            <a:fillRect/>
          </a:stretch>
        </p:blipFill>
        <p:spPr>
          <a:xfrm>
            <a:off x="0" y="0"/>
            <a:ext cx="9144000" cy="6951724"/>
          </a:xfrm>
        </p:spPr>
      </p:pic>
    </p:spTree>
    <p:extLst>
      <p:ext uri="{BB962C8B-B14F-4D97-AF65-F5344CB8AC3E}">
        <p14:creationId xmlns:p14="http://schemas.microsoft.com/office/powerpoint/2010/main" val="4219617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8"/>
          <p:cNvSpPr>
            <a:spLocks noGrp="1"/>
          </p:cNvSpPr>
          <p:nvPr>
            <p:ph type="title"/>
          </p:nvPr>
        </p:nvSpPr>
        <p:spPr>
          <a:xfrm>
            <a:off x="457200" y="-76200"/>
            <a:ext cx="8229600" cy="1143000"/>
          </a:xfrm>
        </p:spPr>
        <p:txBody>
          <a:bodyPr>
            <a:normAutofit/>
          </a:bodyPr>
          <a:lstStyle/>
          <a:p>
            <a:pPr algn="l"/>
            <a:r>
              <a:rPr kumimoji="1" lang="en-US" altLang="ja-JP" sz="2800" dirty="0" smtClean="0">
                <a:solidFill>
                  <a:schemeClr val="bg1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Step 3: </a:t>
            </a:r>
            <a:r>
              <a:rPr kumimoji="1" lang="en-US" altLang="ja-JP" sz="40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cs typeface="Arial" pitchFamily="34" charset="0"/>
              </a:rPr>
              <a:t>Sketch </a:t>
            </a:r>
            <a:r>
              <a:rPr kumimoji="1" lang="en-US" altLang="ja-JP" sz="4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cs typeface="Arial" pitchFamily="34" charset="0"/>
              </a:rPr>
              <a:t>of slide</a:t>
            </a:r>
            <a:endParaRPr kumimoji="1" lang="ja-JP" altLang="en-US" sz="4000" b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itchFamily="34" charset="0"/>
              <a:cs typeface="Arial" pitchFamily="34" charset="0"/>
            </a:endParaRPr>
          </a:p>
        </p:txBody>
      </p:sp>
      <p:pic>
        <p:nvPicPr>
          <p:cNvPr id="4099" name="Picture 3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 l="1512" t="16836" r="79081" b="26558"/>
          <a:stretch>
            <a:fillRect/>
          </a:stretch>
        </p:blipFill>
        <p:spPr bwMode="auto">
          <a:xfrm>
            <a:off x="5943601" y="1701806"/>
            <a:ext cx="1981200" cy="4622794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</p:pic>
      <p:pic>
        <p:nvPicPr>
          <p:cNvPr id="8" name="Picture 7" descr="photo.jpg"/>
          <p:cNvPicPr>
            <a:picLocks noChangeAspect="1"/>
          </p:cNvPicPr>
          <p:nvPr/>
        </p:nvPicPr>
        <p:blipFill>
          <a:blip r:embed="rId3" cstate="print"/>
          <a:srcRect l="1867" b="2500"/>
          <a:stretch>
            <a:fillRect/>
          </a:stretch>
        </p:blipFill>
        <p:spPr>
          <a:xfrm rot="5400000">
            <a:off x="552429" y="2284566"/>
            <a:ext cx="4579811" cy="339866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600200" y="838200"/>
            <a:ext cx="7162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2400" dirty="0" smtClean="0">
                <a:solidFill>
                  <a:schemeClr val="bg1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“Take the ideas, sketch out on the paper”</a:t>
            </a:r>
            <a:endParaRPr kumimoji="1" lang="ja-JP" altLang="en-US" sz="2400">
              <a:solidFill>
                <a:schemeClr val="bg1">
                  <a:lumMod val="50000"/>
                </a:schemeClr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Right Arrow 5"/>
          <p:cNvSpPr/>
          <p:nvPr/>
        </p:nvSpPr>
        <p:spPr>
          <a:xfrm>
            <a:off x="5105401" y="3759206"/>
            <a:ext cx="381000" cy="457200"/>
          </a:xfrm>
          <a:prstGeom prst="rightArrow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90392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152400"/>
            <a:ext cx="5105400" cy="609600"/>
          </a:xfrm>
          <a:solidFill>
            <a:schemeClr val="bg1"/>
          </a:solidFill>
        </p:spPr>
        <p:txBody>
          <a:bodyPr>
            <a:normAutofit fontScale="90000"/>
          </a:bodyPr>
          <a:lstStyle/>
          <a:p>
            <a:pPr algn="l"/>
            <a:r>
              <a:rPr kumimoji="1" lang="en-US" altLang="ja-JP" sz="2800" b="1" dirty="0" smtClean="0">
                <a:solidFill>
                  <a:schemeClr val="bg1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Step 4: </a:t>
            </a:r>
            <a:r>
              <a:rPr kumimoji="1" lang="en-US" altLang="ja-JP" sz="40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cs typeface="Arial" pitchFamily="34" charset="0"/>
              </a:rPr>
              <a:t>Power points</a:t>
            </a:r>
            <a:endParaRPr kumimoji="1" lang="ja-JP" altLang="en-US" sz="6000" b="1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itchFamily="34" charset="0"/>
              <a:cs typeface="Arial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38200" y="1828800"/>
            <a:ext cx="7696200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kumimoji="1" lang="en-US" altLang="ja-JP" sz="2400" dirty="0" smtClean="0">
                <a:solidFill>
                  <a:schemeClr val="bg1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Have only </a:t>
            </a:r>
            <a:r>
              <a:rPr kumimoji="1" lang="en-US" altLang="ja-JP" sz="32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cs typeface="Arial" pitchFamily="34" charset="0"/>
              </a:rPr>
              <a:t>one </a:t>
            </a:r>
            <a:r>
              <a:rPr kumimoji="1" lang="en-US" altLang="ja-JP" sz="32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cs typeface="Arial" pitchFamily="34" charset="0"/>
              </a:rPr>
              <a:t>main ideas </a:t>
            </a:r>
            <a:r>
              <a:rPr kumimoji="1" lang="en-US" altLang="ja-JP" sz="2400" dirty="0" smtClean="0">
                <a:solidFill>
                  <a:schemeClr val="bg1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per slide.</a:t>
            </a:r>
          </a:p>
          <a:p>
            <a:pPr>
              <a:buFont typeface="Arial" pitchFamily="34" charset="0"/>
              <a:buChar char="•"/>
            </a:pPr>
            <a:r>
              <a:rPr kumimoji="1" lang="en-US" altLang="ja-JP" sz="2400" dirty="0" smtClean="0">
                <a:solidFill>
                  <a:schemeClr val="bg1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Insert only </a:t>
            </a:r>
            <a:r>
              <a:rPr kumimoji="1" lang="en-US" altLang="ja-JP" sz="32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cs typeface="Arial" pitchFamily="34" charset="0"/>
              </a:rPr>
              <a:t>seven </a:t>
            </a:r>
            <a:r>
              <a:rPr kumimoji="1" lang="en-US" altLang="ja-JP" sz="32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cs typeface="Arial" pitchFamily="34" charset="0"/>
              </a:rPr>
              <a:t>lines</a:t>
            </a:r>
            <a:r>
              <a:rPr kumimoji="1" lang="en-US" altLang="ja-JP" sz="32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cs typeface="Arial" pitchFamily="34" charset="0"/>
              </a:rPr>
              <a:t> </a:t>
            </a:r>
            <a:r>
              <a:rPr kumimoji="1" lang="en-US" altLang="ja-JP" sz="2400" dirty="0" smtClean="0">
                <a:solidFill>
                  <a:schemeClr val="bg1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of text maximum.</a:t>
            </a:r>
          </a:p>
          <a:p>
            <a:pPr>
              <a:buFont typeface="Arial" pitchFamily="34" charset="0"/>
              <a:buChar char="•"/>
            </a:pPr>
            <a:r>
              <a:rPr kumimoji="1" lang="en-US" altLang="ja-JP" sz="2400" dirty="0" smtClean="0">
                <a:solidFill>
                  <a:schemeClr val="bg1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Use only </a:t>
            </a:r>
            <a:r>
              <a:rPr kumimoji="1" lang="en-US" altLang="ja-JP" sz="32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cs typeface="Arial" pitchFamily="34" charset="0"/>
              </a:rPr>
              <a:t>seven </a:t>
            </a:r>
            <a:r>
              <a:rPr kumimoji="1" lang="en-US" altLang="ja-JP" sz="32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cs typeface="Arial" pitchFamily="34" charset="0"/>
              </a:rPr>
              <a:t>words </a:t>
            </a:r>
            <a:r>
              <a:rPr kumimoji="1" lang="en-US" altLang="ja-JP" sz="2400" dirty="0" smtClean="0">
                <a:solidFill>
                  <a:schemeClr val="bg1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per line maximum.</a:t>
            </a:r>
          </a:p>
          <a:p>
            <a:pPr>
              <a:buFont typeface="Arial" pitchFamily="34" charset="0"/>
              <a:buChar char="•"/>
            </a:pPr>
            <a:r>
              <a:rPr kumimoji="1" lang="en-US" altLang="ja-JP" sz="2400" dirty="0" smtClean="0">
                <a:solidFill>
                  <a:schemeClr val="bg1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The </a:t>
            </a:r>
            <a:r>
              <a:rPr kumimoji="1" lang="en-US" altLang="ja-JP" sz="32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cs typeface="Arial" pitchFamily="34" charset="0"/>
              </a:rPr>
              <a:t>question</a:t>
            </a:r>
            <a:r>
              <a:rPr kumimoji="1" lang="en-US" altLang="ja-JP" sz="28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cs typeface="Arial" pitchFamily="34" charset="0"/>
              </a:rPr>
              <a:t> </a:t>
            </a:r>
            <a:r>
              <a:rPr kumimoji="1" lang="en-US" altLang="ja-JP" sz="2400" dirty="0" smtClean="0">
                <a:solidFill>
                  <a:schemeClr val="bg1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is</a:t>
            </a:r>
            <a:r>
              <a:rPr kumimoji="1" lang="en-US" altLang="ja-JP" sz="28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cs typeface="Arial" pitchFamily="34" charset="0"/>
              </a:rPr>
              <a:t> </a:t>
            </a:r>
            <a:r>
              <a:rPr kumimoji="1" lang="en-US" altLang="ja-JP" sz="32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cs typeface="Arial" pitchFamily="34" charset="0"/>
              </a:rPr>
              <a:t>though</a:t>
            </a:r>
            <a:r>
              <a:rPr kumimoji="1" lang="en-US" altLang="ja-JP" sz="2400" dirty="0" smtClean="0">
                <a:solidFill>
                  <a:schemeClr val="bg1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: does this work ?</a:t>
            </a:r>
          </a:p>
          <a:p>
            <a:pPr>
              <a:buFont typeface="Arial" pitchFamily="34" charset="0"/>
              <a:buChar char="•"/>
            </a:pPr>
            <a:r>
              <a:rPr kumimoji="1" lang="en-US" altLang="ja-JP" sz="2400" dirty="0" smtClean="0">
                <a:solidFill>
                  <a:schemeClr val="bg1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Is this method really </a:t>
            </a:r>
            <a:r>
              <a:rPr kumimoji="1" lang="en-US" altLang="ja-JP" sz="32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cs typeface="Arial" pitchFamily="34" charset="0"/>
              </a:rPr>
              <a:t>good</a:t>
            </a:r>
            <a:r>
              <a:rPr kumimoji="1" lang="en-US" altLang="ja-JP" sz="32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cs typeface="Arial" pitchFamily="34" charset="0"/>
              </a:rPr>
              <a:t> </a:t>
            </a:r>
            <a:r>
              <a:rPr kumimoji="1" lang="en-US" altLang="ja-JP" sz="32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cs typeface="Arial" pitchFamily="34" charset="0"/>
              </a:rPr>
              <a:t>advice</a:t>
            </a:r>
            <a:r>
              <a:rPr kumimoji="1" lang="en-US" altLang="ja-JP" sz="28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cs typeface="Arial" pitchFamily="34" charset="0"/>
              </a:rPr>
              <a:t> </a:t>
            </a:r>
            <a:r>
              <a:rPr kumimoji="1" lang="en-US" altLang="ja-JP" sz="2400" dirty="0" smtClean="0">
                <a:solidFill>
                  <a:schemeClr val="bg1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?</a:t>
            </a:r>
          </a:p>
          <a:p>
            <a:pPr>
              <a:buFont typeface="Arial" pitchFamily="34" charset="0"/>
              <a:buChar char="•"/>
            </a:pPr>
            <a:r>
              <a:rPr kumimoji="1" lang="en-US" altLang="ja-JP" sz="2400" dirty="0" smtClean="0">
                <a:solidFill>
                  <a:schemeClr val="bg1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Is this really an appropriate, effective</a:t>
            </a:r>
            <a:r>
              <a:rPr kumimoji="1" lang="en-US" altLang="ja-JP" sz="28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cs typeface="Arial" pitchFamily="34" charset="0"/>
              </a:rPr>
              <a:t> </a:t>
            </a:r>
            <a:r>
              <a:rPr kumimoji="1" lang="en-US" altLang="ja-JP" sz="32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cs typeface="Arial" pitchFamily="34" charset="0"/>
              </a:rPr>
              <a:t>“visual” </a:t>
            </a:r>
            <a:r>
              <a:rPr kumimoji="1" lang="en-US" altLang="ja-JP" sz="2400" dirty="0" smtClean="0">
                <a:solidFill>
                  <a:schemeClr val="bg1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?</a:t>
            </a:r>
          </a:p>
          <a:p>
            <a:pPr>
              <a:buFont typeface="Arial" pitchFamily="34" charset="0"/>
              <a:buChar char="•"/>
            </a:pPr>
            <a:r>
              <a:rPr kumimoji="1" lang="en-US" altLang="ja-JP" sz="2400" dirty="0" smtClean="0">
                <a:solidFill>
                  <a:schemeClr val="bg1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This slide has just </a:t>
            </a:r>
            <a:r>
              <a:rPr kumimoji="1" lang="en-US" altLang="ja-JP" sz="32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cs typeface="Arial" pitchFamily="34" charset="0"/>
              </a:rPr>
              <a:t>seven </a:t>
            </a:r>
            <a:r>
              <a:rPr kumimoji="1" lang="en-US" altLang="ja-JP" sz="32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cs typeface="Arial" pitchFamily="34" charset="0"/>
              </a:rPr>
              <a:t>bullet points</a:t>
            </a:r>
            <a:r>
              <a:rPr kumimoji="1" lang="en-US" altLang="ja-JP" sz="2400" dirty="0" smtClean="0">
                <a:solidFill>
                  <a:schemeClr val="bg1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.</a:t>
            </a:r>
            <a:endParaRPr kumimoji="1" lang="ja-JP" altLang="en-US" sz="2400" dirty="0">
              <a:solidFill>
                <a:schemeClr val="bg1">
                  <a:lumMod val="50000"/>
                </a:schemeClr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295400" y="762000"/>
            <a:ext cx="2971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2400" dirty="0" smtClean="0">
                <a:solidFill>
                  <a:schemeClr val="bg1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“Use 1-7-7 Rule”</a:t>
            </a:r>
            <a:endParaRPr kumimoji="1" lang="ja-JP" altLang="en-US" sz="2400">
              <a:solidFill>
                <a:schemeClr val="bg1">
                  <a:lumMod val="50000"/>
                </a:schemeClr>
              </a:solidFill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463630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-76200"/>
            <a:ext cx="3429000" cy="1143000"/>
          </a:xfrm>
        </p:spPr>
        <p:txBody>
          <a:bodyPr>
            <a:normAutofit fontScale="90000"/>
          </a:bodyPr>
          <a:lstStyle/>
          <a:p>
            <a:pPr algn="l"/>
            <a:r>
              <a:rPr kumimoji="1" lang="en-US" altLang="ja-JP" sz="3600" b="1" dirty="0" smtClean="0">
                <a:solidFill>
                  <a:schemeClr val="bg1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Step 5: </a:t>
            </a:r>
            <a:r>
              <a:rPr kumimoji="1" lang="en-US" altLang="ja-JP" sz="40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cs typeface="Arial" pitchFamily="34" charset="0"/>
              </a:rPr>
              <a:t>Review</a:t>
            </a:r>
            <a:endParaRPr kumimoji="1" lang="ja-JP" altLang="en-US" sz="3600" b="1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itchFamily="34" charset="0"/>
              <a:cs typeface="Arial" pitchFamily="34" charset="0"/>
            </a:endParaRPr>
          </a:p>
        </p:txBody>
      </p:sp>
      <p:sp>
        <p:nvSpPr>
          <p:cNvPr id="5" name="Rectangle 4"/>
          <p:cNvSpPr>
            <a:spLocks/>
          </p:cNvSpPr>
          <p:nvPr/>
        </p:nvSpPr>
        <p:spPr bwMode="auto">
          <a:xfrm>
            <a:off x="533400" y="2590800"/>
            <a:ext cx="3276600" cy="2339578"/>
          </a:xfrm>
          <a:prstGeom prst="rect">
            <a:avLst/>
          </a:prstGeom>
          <a:noFill/>
          <a:ln w="12700" cap="flat">
            <a:noFill/>
            <a:miter lim="800000"/>
            <a:headEnd type="none" w="med" len="med"/>
            <a:tailEnd type="none" w="med" len="med"/>
          </a:ln>
        </p:spPr>
        <p:txBody>
          <a:bodyPr lIns="0" tIns="0" rIns="0" bIns="0" anchor="ctr"/>
          <a:lstStyle/>
          <a:p>
            <a:pPr algn="l">
              <a:lnSpc>
                <a:spcPct val="150000"/>
              </a:lnSpc>
              <a:spcAft>
                <a:spcPts val="600"/>
              </a:spcAft>
              <a:buFont typeface="Arial" pitchFamily="34" charset="0"/>
              <a:buChar char="•"/>
            </a:pPr>
            <a:r>
              <a:rPr lang="en-US" sz="4000" dirty="0" smtClean="0">
                <a:cs typeface="Arial" charset="0"/>
                <a:sym typeface="Arial" charset="0"/>
              </a:rPr>
              <a:t> </a:t>
            </a:r>
            <a:r>
              <a:rPr lang="en-US" sz="4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Arial" charset="0"/>
                <a:sym typeface="Arial" charset="0"/>
              </a:rPr>
              <a:t>Purpose</a:t>
            </a:r>
            <a:endParaRPr lang="en-US" sz="4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Arial" charset="0"/>
              <a:sym typeface="Arial" charset="0"/>
            </a:endParaRPr>
          </a:p>
          <a:p>
            <a:pPr algn="l">
              <a:lnSpc>
                <a:spcPct val="150000"/>
              </a:lnSpc>
              <a:spcAft>
                <a:spcPts val="600"/>
              </a:spcAft>
              <a:buFont typeface="Arial" pitchFamily="34" charset="0"/>
              <a:buChar char="•"/>
            </a:pPr>
            <a:r>
              <a:rPr lang="en-US" sz="4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Arial" charset="0"/>
                <a:sym typeface="Arial" charset="0"/>
              </a:rPr>
              <a:t> Target</a:t>
            </a:r>
            <a:endParaRPr lang="en-US" sz="4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Arial" charset="0"/>
              <a:sym typeface="Arial" charset="0"/>
            </a:endParaRPr>
          </a:p>
          <a:p>
            <a:pPr algn="l">
              <a:lnSpc>
                <a:spcPct val="150000"/>
              </a:lnSpc>
              <a:spcAft>
                <a:spcPts val="600"/>
              </a:spcAft>
              <a:buFont typeface="Arial" pitchFamily="34" charset="0"/>
              <a:buChar char="•"/>
            </a:pPr>
            <a:r>
              <a:rPr lang="en-US" sz="4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Arial" charset="0"/>
                <a:sym typeface="Arial" charset="0"/>
              </a:rPr>
              <a:t> Message</a:t>
            </a:r>
          </a:p>
          <a:p>
            <a:pPr algn="l">
              <a:lnSpc>
                <a:spcPct val="150000"/>
              </a:lnSpc>
              <a:spcAft>
                <a:spcPts val="600"/>
              </a:spcAft>
              <a:buFont typeface="Arial" pitchFamily="34" charset="0"/>
              <a:buChar char="•"/>
            </a:pPr>
            <a:r>
              <a:rPr lang="en-US" sz="4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Arial" charset="0"/>
                <a:sym typeface="Arial" charset="0"/>
              </a:rPr>
              <a:t> Structure</a:t>
            </a:r>
          </a:p>
          <a:p>
            <a:pPr algn="l">
              <a:lnSpc>
                <a:spcPct val="150000"/>
              </a:lnSpc>
              <a:spcAft>
                <a:spcPts val="600"/>
              </a:spcAft>
              <a:buFont typeface="Arial" pitchFamily="34" charset="0"/>
              <a:buChar char="•"/>
            </a:pPr>
            <a:r>
              <a:rPr lang="en-US" sz="4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Arial" charset="0"/>
                <a:sym typeface="Arial" charset="0"/>
              </a:rPr>
              <a:t> Visualization</a:t>
            </a:r>
          </a:p>
          <a:p>
            <a:pPr algn="l">
              <a:lnSpc>
                <a:spcPct val="150000"/>
              </a:lnSpc>
              <a:spcAft>
                <a:spcPts val="600"/>
              </a:spcAft>
            </a:pPr>
            <a:endParaRPr lang="en-US" sz="2500" dirty="0" smtClean="0">
              <a:cs typeface="Arial" charset="0"/>
              <a:sym typeface="Arial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962400" y="1219200"/>
            <a:ext cx="45720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dirty="0" smtClean="0"/>
              <a:t>Do the result meet your purpose?</a:t>
            </a:r>
          </a:p>
          <a:p>
            <a:pPr>
              <a:lnSpc>
                <a:spcPct val="150000"/>
              </a:lnSpc>
            </a:pPr>
            <a:r>
              <a:rPr lang="en-US" sz="2000" dirty="0" smtClean="0"/>
              <a:t>Can we achieve our goal?</a:t>
            </a:r>
            <a:endParaRPr lang="en-US" sz="2000" dirty="0"/>
          </a:p>
        </p:txBody>
      </p:sp>
      <p:sp>
        <p:nvSpPr>
          <p:cNvPr id="7" name="TextBox 6"/>
          <p:cNvSpPr txBox="1"/>
          <p:nvPr/>
        </p:nvSpPr>
        <p:spPr>
          <a:xfrm>
            <a:off x="3962400" y="2209800"/>
            <a:ext cx="46482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dirty="0" smtClean="0"/>
              <a:t>Is the target set correctly?</a:t>
            </a:r>
          </a:p>
          <a:p>
            <a:pPr>
              <a:lnSpc>
                <a:spcPct val="150000"/>
              </a:lnSpc>
            </a:pPr>
            <a:r>
              <a:rPr lang="en-US" sz="2000" dirty="0" smtClean="0"/>
              <a:t>Can we achieve our goal?</a:t>
            </a:r>
            <a:endParaRPr lang="en-US" sz="2000" dirty="0"/>
          </a:p>
        </p:txBody>
      </p:sp>
      <p:sp>
        <p:nvSpPr>
          <p:cNvPr id="8" name="TextBox 7"/>
          <p:cNvSpPr txBox="1"/>
          <p:nvPr/>
        </p:nvSpPr>
        <p:spPr>
          <a:xfrm>
            <a:off x="3962400" y="3200400"/>
            <a:ext cx="50292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dirty="0" smtClean="0"/>
              <a:t>Make sure “Fact” and “Logic”</a:t>
            </a:r>
          </a:p>
          <a:p>
            <a:pPr>
              <a:lnSpc>
                <a:spcPct val="150000"/>
              </a:lnSpc>
            </a:pPr>
            <a:r>
              <a:rPr lang="en-US" sz="2000" dirty="0" smtClean="0"/>
              <a:t>Is the highlight specific enough?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62400" y="4191000"/>
            <a:ext cx="48768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dirty="0" smtClean="0"/>
              <a:t>Does it belong your thinking process?</a:t>
            </a:r>
          </a:p>
          <a:p>
            <a:pPr>
              <a:lnSpc>
                <a:spcPct val="150000"/>
              </a:lnSpc>
            </a:pPr>
            <a:r>
              <a:rPr lang="en-US" sz="2000" dirty="0" smtClean="0"/>
              <a:t>Can audience understand easily?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62400" y="5181600"/>
            <a:ext cx="51816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dirty="0" smtClean="0"/>
              <a:t>Optimize information “Quantity” and “Quality”</a:t>
            </a:r>
          </a:p>
          <a:p>
            <a:pPr>
              <a:lnSpc>
                <a:spcPct val="150000"/>
              </a:lnSpc>
            </a:pPr>
            <a:r>
              <a:rPr lang="en-US" sz="2000" dirty="0" smtClean="0"/>
              <a:t>Does each sheet help audience understand?</a:t>
            </a:r>
          </a:p>
        </p:txBody>
      </p:sp>
    </p:spTree>
    <p:extLst>
      <p:ext uri="{BB962C8B-B14F-4D97-AF65-F5344CB8AC3E}">
        <p14:creationId xmlns:p14="http://schemas.microsoft.com/office/powerpoint/2010/main" val="31883439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4500" y="228600"/>
            <a:ext cx="8305800" cy="6385129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81100" y="403429"/>
            <a:ext cx="3619500" cy="3055835"/>
          </a:xfrm>
        </p:spPr>
        <p:txBody>
          <a:bodyPr>
            <a:noAutofit/>
          </a:bodyPr>
          <a:lstStyle/>
          <a:p>
            <a:pPr>
              <a:buNone/>
            </a:pPr>
            <a:r>
              <a:rPr kumimoji="1" lang="en-US" altLang="ja-JP" sz="6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cs typeface="Arial" pitchFamily="34" charset="0"/>
              </a:rPr>
              <a:t>Practice</a:t>
            </a:r>
            <a:r>
              <a:rPr kumimoji="1" lang="en-US" altLang="ja-JP" sz="1100" dirty="0" smtClean="0">
                <a:latin typeface="Arial" pitchFamily="34" charset="0"/>
                <a:cs typeface="Arial" pitchFamily="34" charset="0"/>
              </a:rPr>
              <a:t> </a:t>
            </a:r>
            <a:r>
              <a:rPr kumimoji="1" lang="en-US" altLang="ja-JP" sz="6000" dirty="0" smtClean="0">
                <a:latin typeface="Arial" pitchFamily="34" charset="0"/>
                <a:cs typeface="Arial" pitchFamily="34" charset="0"/>
              </a:rPr>
              <a:t>!</a:t>
            </a:r>
          </a:p>
          <a:p>
            <a:pPr>
              <a:buNone/>
            </a:pPr>
            <a:r>
              <a:rPr kumimoji="1" lang="en-US" altLang="ja-JP" sz="6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cs typeface="Arial" pitchFamily="34" charset="0"/>
              </a:rPr>
              <a:t>Practice</a:t>
            </a:r>
            <a:r>
              <a:rPr kumimoji="1" lang="en-US" altLang="ja-JP" sz="4000" dirty="0" smtClean="0">
                <a:latin typeface="Arial" pitchFamily="34" charset="0"/>
                <a:cs typeface="Arial" pitchFamily="34" charset="0"/>
              </a:rPr>
              <a:t> </a:t>
            </a:r>
            <a:r>
              <a:rPr kumimoji="1" lang="en-US" altLang="ja-JP" sz="6000" dirty="0" smtClean="0">
                <a:latin typeface="Arial" pitchFamily="34" charset="0"/>
                <a:cs typeface="Arial" pitchFamily="34" charset="0"/>
              </a:rPr>
              <a:t>!</a:t>
            </a:r>
          </a:p>
          <a:p>
            <a:pPr>
              <a:buNone/>
            </a:pPr>
            <a:r>
              <a:rPr kumimoji="1" lang="en-US" altLang="ja-JP" sz="6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cs typeface="Arial" pitchFamily="34" charset="0"/>
              </a:rPr>
              <a:t>Practice</a:t>
            </a:r>
            <a:r>
              <a:rPr kumimoji="1" lang="en-US" altLang="ja-JP" sz="4000" dirty="0" smtClean="0">
                <a:latin typeface="Arial" pitchFamily="34" charset="0"/>
                <a:cs typeface="Arial" pitchFamily="34" charset="0"/>
              </a:rPr>
              <a:t> </a:t>
            </a:r>
            <a:r>
              <a:rPr kumimoji="1" lang="en-US" altLang="ja-JP" sz="6000" dirty="0" smtClean="0">
                <a:latin typeface="Arial" pitchFamily="34" charset="0"/>
                <a:cs typeface="Arial" pitchFamily="34" charset="0"/>
              </a:rPr>
              <a:t>!</a:t>
            </a:r>
          </a:p>
          <a:p>
            <a:pPr>
              <a:buNone/>
            </a:pPr>
            <a:endParaRPr kumimoji="1" lang="en-US" altLang="ja-JP" sz="6000" dirty="0" smtClean="0">
              <a:latin typeface="Arial" pitchFamily="34" charset="0"/>
              <a:cs typeface="Arial" pitchFamily="34" charset="0"/>
            </a:endParaRPr>
          </a:p>
          <a:p>
            <a:pPr>
              <a:buNone/>
            </a:pPr>
            <a:endParaRPr kumimoji="1" lang="en-US" altLang="ja-JP" sz="6000" dirty="0" smtClean="0">
              <a:latin typeface="Arial" pitchFamily="34" charset="0"/>
              <a:cs typeface="Arial" pitchFamily="34" charset="0"/>
            </a:endParaRPr>
          </a:p>
          <a:p>
            <a:pPr>
              <a:buNone/>
            </a:pPr>
            <a:endParaRPr kumimoji="1" lang="ja-JP" altLang="en-US" sz="1100" dirty="0"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904386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2895600"/>
            <a:ext cx="8229600" cy="1143000"/>
          </a:xfrm>
        </p:spPr>
        <p:txBody>
          <a:bodyPr>
            <a:normAutofit/>
          </a:bodyPr>
          <a:lstStyle/>
          <a:p>
            <a:r>
              <a:rPr lang="en-US" sz="6000" b="1" dirty="0" smtClean="0"/>
              <a:t>Reference</a:t>
            </a:r>
            <a:endParaRPr lang="en-US" sz="6000" b="1" dirty="0"/>
          </a:p>
        </p:txBody>
      </p:sp>
    </p:spTree>
    <p:extLst>
      <p:ext uri="{BB962C8B-B14F-4D97-AF65-F5344CB8AC3E}">
        <p14:creationId xmlns:p14="http://schemas.microsoft.com/office/powerpoint/2010/main" val="33584554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imagesCA3MCABI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4758587" y="0"/>
            <a:ext cx="4385413" cy="29718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1447800"/>
            <a:ext cx="7315200" cy="1143000"/>
          </a:xfrm>
        </p:spPr>
        <p:txBody>
          <a:bodyPr>
            <a:noAutofit/>
          </a:bodyPr>
          <a:lstStyle/>
          <a:p>
            <a:pPr algn="l"/>
            <a:r>
              <a:rPr kumimoji="1" lang="en-US" altLang="ja-JP" sz="96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90%</a:t>
            </a:r>
            <a:r>
              <a:rPr kumimoji="1" lang="en-US" altLang="ja-JP" sz="8000" dirty="0" smtClean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kumimoji="1" lang="en-US" altLang="ja-JP" sz="4000" dirty="0" smtClean="0">
                <a:solidFill>
                  <a:schemeClr val="bg1">
                    <a:lumMod val="50000"/>
                  </a:schemeClr>
                </a:solidFill>
              </a:rPr>
              <a:t/>
            </a:r>
            <a:br>
              <a:rPr kumimoji="1" lang="en-US" altLang="ja-JP" sz="4000" dirty="0" smtClean="0">
                <a:solidFill>
                  <a:schemeClr val="bg1">
                    <a:lumMod val="50000"/>
                  </a:schemeClr>
                </a:solidFill>
              </a:rPr>
            </a:br>
            <a:r>
              <a:rPr kumimoji="1" lang="en-US" altLang="ja-JP" sz="4000" dirty="0" smtClean="0">
                <a:solidFill>
                  <a:schemeClr val="bg1">
                    <a:lumMod val="50000"/>
                  </a:schemeClr>
                </a:solidFill>
              </a:rPr>
              <a:t>presentations </a:t>
            </a:r>
            <a:r>
              <a:rPr kumimoji="1" lang="en-US" altLang="ja-JP" sz="3600" dirty="0" smtClean="0">
                <a:solidFill>
                  <a:schemeClr val="bg1">
                    <a:lumMod val="50000"/>
                  </a:schemeClr>
                </a:solidFill>
              </a:rPr>
              <a:t>are</a:t>
            </a:r>
            <a:r>
              <a:rPr kumimoji="1" lang="en-US" altLang="ja-JP" sz="4000" dirty="0" smtClean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kumimoji="1" lang="en-US" altLang="ja-JP" sz="48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not</a:t>
            </a:r>
            <a:r>
              <a:rPr kumimoji="1" lang="en-US" altLang="ja-JP" sz="4000" dirty="0" smtClean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kumimoji="1" lang="en-US" altLang="ja-JP" sz="3600" dirty="0" smtClean="0">
                <a:solidFill>
                  <a:schemeClr val="bg1">
                    <a:lumMod val="50000"/>
                  </a:schemeClr>
                </a:solidFill>
              </a:rPr>
              <a:t>good</a:t>
            </a:r>
            <a:r>
              <a:rPr kumimoji="1" lang="en-US" altLang="ja-JP" sz="40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kumimoji="1" lang="en-US" altLang="ja-JP" sz="4000" dirty="0" smtClean="0">
                <a:solidFill>
                  <a:schemeClr val="bg1">
                    <a:lumMod val="50000"/>
                  </a:schemeClr>
                </a:solidFill>
              </a:rPr>
              <a:t> </a:t>
            </a:r>
            <a:endParaRPr kumimoji="1" lang="ja-JP" altLang="en-US" sz="4000">
              <a:solidFill>
                <a:schemeClr val="bg1">
                  <a:lumMod val="50000"/>
                </a:schemeClr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219200"/>
            <a:ext cx="8229600" cy="4525963"/>
          </a:xfrm>
        </p:spPr>
        <p:txBody>
          <a:bodyPr/>
          <a:lstStyle/>
          <a:p>
            <a:pPr>
              <a:buNone/>
            </a:pPr>
            <a:r>
              <a:rPr lang="en-US" sz="96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6 Concepts </a:t>
            </a:r>
          </a:p>
          <a:p>
            <a:pPr>
              <a:buNone/>
            </a:pPr>
            <a:r>
              <a:rPr lang="en-US" sz="4000" dirty="0" smtClean="0">
                <a:solidFill>
                  <a:schemeClr val="bg1">
                    <a:lumMod val="50000"/>
                  </a:schemeClr>
                </a:solidFill>
              </a:rPr>
              <a:t>for good presentation !</a:t>
            </a:r>
            <a:endParaRPr lang="en-US" sz="4000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CAOST3CVCACSSCZUCAUGBCG3CAMAOY74CAAR3LX0CABTA7PWCA26KR3QCA55NT50CATBUIM4CAF6K6CMCAGS958TCA1PRWYQCAL6VV0XCAVLQKQJCAJM72FGCAP024E9CACG4KT2CA9V53YVCA2O375FCA2L7PQB.jpg"/>
          <p:cNvPicPr>
            <a:picLocks noChangeAspect="1"/>
          </p:cNvPicPr>
          <p:nvPr/>
        </p:nvPicPr>
        <p:blipFill>
          <a:blip r:embed="rId2" cstate="print"/>
          <a:srcRect l="1592" r="2914" b="4383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228600" y="914400"/>
            <a:ext cx="8229600" cy="1143000"/>
          </a:xfrm>
        </p:spPr>
        <p:txBody>
          <a:bodyPr>
            <a:noAutofit/>
          </a:bodyPr>
          <a:lstStyle/>
          <a:p>
            <a:pPr algn="l"/>
            <a:r>
              <a:rPr kumimoji="1" lang="en-US" altLang="ja-JP" sz="3600" dirty="0" smtClean="0">
                <a:solidFill>
                  <a:schemeClr val="bg1">
                    <a:lumMod val="50000"/>
                  </a:schemeClr>
                </a:solidFill>
              </a:rPr>
              <a:t>Visualization </a:t>
            </a:r>
            <a:r>
              <a:rPr kumimoji="1" lang="en-US" altLang="ja-JP" sz="115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Design</a:t>
            </a:r>
            <a:endParaRPr kumimoji="1" lang="ja-JP" altLang="en-US" sz="880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-9525" y="-9525"/>
            <a:ext cx="9163050" cy="6877050"/>
          </a:xfrm>
          <a:prstGeom prst="rect">
            <a:avLst/>
          </a:prstGeom>
          <a:noFill/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0"/>
            <a:ext cx="4800600" cy="1143000"/>
          </a:xfrm>
        </p:spPr>
        <p:txBody>
          <a:bodyPr>
            <a:noAutofit/>
          </a:bodyPr>
          <a:lstStyle/>
          <a:p>
            <a:pPr algn="l"/>
            <a:r>
              <a:rPr kumimoji="1" lang="en-US" altLang="ja-JP" sz="7200" b="1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Picture</a:t>
            </a:r>
            <a:r>
              <a:rPr kumimoji="1" lang="en-US" altLang="ja-JP" sz="4000" b="1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kumimoji="1" lang="en-US" altLang="ja-JP" sz="3200" b="1" dirty="0" smtClean="0">
                <a:solidFill>
                  <a:schemeClr val="bg1"/>
                </a:solidFill>
              </a:rPr>
              <a:t>Effect</a:t>
            </a:r>
            <a:endParaRPr kumimoji="1" lang="ja-JP" altLang="en-US" sz="3200" b="1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52400" y="48961"/>
            <a:ext cx="3657600" cy="28466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8" name="Picture 7" descr="slide-17-728.jp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3886200" y="2857500"/>
            <a:ext cx="5029200" cy="37719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3886200" y="152400"/>
            <a:ext cx="1371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2400" dirty="0" smtClean="0">
                <a:solidFill>
                  <a:schemeClr val="bg1">
                    <a:lumMod val="50000"/>
                  </a:schemeClr>
                </a:solidFill>
              </a:rPr>
              <a:t>Before</a:t>
            </a:r>
            <a:endParaRPr kumimoji="1" lang="ja-JP" altLang="en-US" sz="240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2895600" y="6243935"/>
            <a:ext cx="990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2400" dirty="0" smtClean="0">
                <a:solidFill>
                  <a:schemeClr val="bg1">
                    <a:lumMod val="50000"/>
                  </a:schemeClr>
                </a:solidFill>
              </a:rPr>
              <a:t>After</a:t>
            </a:r>
            <a:endParaRPr kumimoji="1" lang="ja-JP" altLang="en-US" sz="2400">
              <a:solidFill>
                <a:schemeClr val="bg1">
                  <a:lumMod val="50000"/>
                </a:schemeClr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6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52400" y="152400"/>
            <a:ext cx="3632375" cy="2743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" name="Picture 5" descr="slide-30-728.jp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3810000" y="2895600"/>
            <a:ext cx="5181600" cy="38862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886200" y="152400"/>
            <a:ext cx="1371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2400" dirty="0" smtClean="0">
                <a:solidFill>
                  <a:schemeClr val="bg1">
                    <a:lumMod val="50000"/>
                  </a:schemeClr>
                </a:solidFill>
              </a:rPr>
              <a:t>Before</a:t>
            </a:r>
            <a:endParaRPr kumimoji="1" lang="ja-JP" altLang="en-US" sz="240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895600" y="6396335"/>
            <a:ext cx="990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2400" dirty="0" smtClean="0">
                <a:solidFill>
                  <a:schemeClr val="bg1">
                    <a:lumMod val="50000"/>
                  </a:schemeClr>
                </a:solidFill>
              </a:rPr>
              <a:t>After</a:t>
            </a:r>
            <a:endParaRPr kumimoji="1" lang="ja-JP" altLang="en-US" sz="2400">
              <a:solidFill>
                <a:schemeClr val="bg1">
                  <a:lumMod val="50000"/>
                </a:schemeClr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ontent Placeholder 6" descr="slide-43-728.jpg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6858000"/>
          </a:xfr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-228600"/>
            <a:ext cx="8229600" cy="1143000"/>
          </a:xfrm>
        </p:spPr>
        <p:txBody>
          <a:bodyPr>
            <a:normAutofit/>
          </a:bodyPr>
          <a:lstStyle/>
          <a:p>
            <a:pPr algn="l"/>
            <a:r>
              <a:rPr kumimoji="1" lang="en-US" altLang="ja-JP" b="1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Visualization</a:t>
            </a:r>
            <a:endParaRPr kumimoji="1" lang="ja-JP" altLang="en-US" b="1">
              <a:solidFill>
                <a:srgbClr val="FFFF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slide-44-728.jpg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3999" cy="6858000"/>
          </a:xfr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-7620" y="-7620"/>
            <a:ext cx="9159240" cy="687324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304800" y="0"/>
            <a:ext cx="4010778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ja-JP" sz="4400" b="1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Avoid </a:t>
            </a:r>
            <a:r>
              <a:rPr kumimoji="1" lang="en-US" altLang="ja-JP" sz="4400" b="1" dirty="0" err="1" smtClean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Slidement</a:t>
            </a:r>
            <a:endParaRPr lang="en-US" sz="4400" dirty="0">
              <a:solidFill>
                <a:srgbClr val="FFFF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 descr="slide-4-728.jpg"/>
          <p:cNvPicPr>
            <a:picLocks noGrp="1" noChangeAspect="1"/>
          </p:cNvPicPr>
          <p:nvPr>
            <p:ph idx="1"/>
          </p:nvPr>
        </p:nvPicPr>
        <p:blipFill>
          <a:blip r:embed="rId2" cstate="print"/>
          <a:srcRect l="754" t="1684"/>
          <a:stretch>
            <a:fillRect/>
          </a:stretch>
        </p:blipFill>
        <p:spPr>
          <a:xfrm>
            <a:off x="68834" y="228600"/>
            <a:ext cx="8922766" cy="6629400"/>
          </a:xfrm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slide-5-728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slide-55-728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</p:pic>
      <p:cxnSp>
        <p:nvCxnSpPr>
          <p:cNvPr id="13" name="Straight Connector 12"/>
          <p:cNvCxnSpPr/>
          <p:nvPr/>
        </p:nvCxnSpPr>
        <p:spPr>
          <a:xfrm flipV="1">
            <a:off x="0" y="2419350"/>
            <a:ext cx="9144000" cy="1905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>
          <a:xfrm flipV="1">
            <a:off x="0" y="4724400"/>
            <a:ext cx="9144000" cy="1905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 rot="16200000" flipH="1">
            <a:off x="-305891" y="3447839"/>
            <a:ext cx="6860331" cy="147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 rot="16200000" flipH="1">
            <a:off x="2665761" y="3447839"/>
            <a:ext cx="6860331" cy="147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304800" y="76200"/>
            <a:ext cx="2241319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ja-JP" sz="4800" b="1" dirty="0" smtClean="0">
                <a:solidFill>
                  <a:srgbClr val="C00000"/>
                </a:solidFill>
              </a:rPr>
              <a:t>1/3</a:t>
            </a:r>
            <a:r>
              <a:rPr kumimoji="1" lang="en-US" altLang="ja-JP" sz="4400" b="1" dirty="0" smtClean="0">
                <a:solidFill>
                  <a:srgbClr val="C00000"/>
                </a:solidFill>
              </a:rPr>
              <a:t> </a:t>
            </a:r>
            <a:r>
              <a:rPr kumimoji="1" lang="en-US" altLang="ja-JP" sz="3600" b="1" dirty="0" smtClean="0">
                <a:solidFill>
                  <a:srgbClr val="C00000"/>
                </a:solidFill>
              </a:rPr>
              <a:t>Rules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slide-14-728.jpg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0" y="-38100"/>
            <a:ext cx="9194800" cy="6896100"/>
          </a:xfrm>
          <a:ln>
            <a:noFill/>
          </a:ln>
        </p:spPr>
      </p:pic>
      <p:cxnSp>
        <p:nvCxnSpPr>
          <p:cNvPr id="5" name="Straight Connector 4"/>
          <p:cNvCxnSpPr/>
          <p:nvPr/>
        </p:nvCxnSpPr>
        <p:spPr>
          <a:xfrm>
            <a:off x="0" y="2362200"/>
            <a:ext cx="9144000" cy="1588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4495800"/>
            <a:ext cx="9144000" cy="1588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/>
          <p:cNvCxnSpPr/>
          <p:nvPr/>
        </p:nvCxnSpPr>
        <p:spPr>
          <a:xfrm rot="16200000" flipH="1">
            <a:off x="-466626" y="3437221"/>
            <a:ext cx="6876687" cy="163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/>
        </p:nvCxnSpPr>
        <p:spPr>
          <a:xfrm rot="16200000" flipH="1">
            <a:off x="2657575" y="3437221"/>
            <a:ext cx="6876687" cy="163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533400"/>
            <a:ext cx="2667000" cy="639762"/>
          </a:xfrm>
        </p:spPr>
        <p:txBody>
          <a:bodyPr>
            <a:normAutofit fontScale="90000"/>
          </a:bodyPr>
          <a:lstStyle/>
          <a:p>
            <a:pPr algn="l"/>
            <a:r>
              <a:rPr kumimoji="1" lang="en-US" altLang="ja-JP" sz="49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Balance</a:t>
            </a:r>
            <a:r>
              <a:rPr kumimoji="1" lang="en-US" altLang="ja-JP" dirty="0" smtClean="0"/>
              <a:t/>
            </a:r>
            <a:br>
              <a:rPr kumimoji="1" lang="en-US" altLang="ja-JP" dirty="0" smtClean="0"/>
            </a:br>
            <a:endParaRPr kumimoji="1" lang="ja-JP" altLang="en-US"/>
          </a:p>
        </p:txBody>
      </p:sp>
      <p:pic>
        <p:nvPicPr>
          <p:cNvPr id="4" name="Picture 3" descr="CAHBP5LSCAHW7BUWCARDDZOWCA318N3GCAYGYDV7CAXNUIIXCAG5JZ0TCA43DHRNCAAA3KT4CADFKAVVCAWZ1FMMCA5061MICA0V91FKCA6ZTUVYCAKXMQL4CA0CBOHICADD2TGYCAUHV6N9CAWGGZJICAKP9058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4343400" y="2286000"/>
            <a:ext cx="4511310" cy="4572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imagesCAE29MTF.jpg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6858000"/>
          </a:xfrm>
        </p:spPr>
      </p:pic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228600" y="533400"/>
            <a:ext cx="2667000" cy="639762"/>
          </a:xfrm>
        </p:spPr>
        <p:txBody>
          <a:bodyPr>
            <a:normAutofit fontScale="90000"/>
          </a:bodyPr>
          <a:lstStyle/>
          <a:p>
            <a:pPr algn="l"/>
            <a:r>
              <a:rPr kumimoji="1" lang="en-US" altLang="ja-JP" sz="4900" b="1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Highlight</a:t>
            </a:r>
            <a:r>
              <a:rPr kumimoji="1" lang="en-US" altLang="ja-JP" dirty="0" smtClean="0">
                <a:solidFill>
                  <a:srgbClr val="FFFF00"/>
                </a:solidFill>
              </a:rPr>
              <a:t/>
            </a:r>
            <a:br>
              <a:rPr kumimoji="1" lang="en-US" altLang="ja-JP" dirty="0" smtClean="0">
                <a:solidFill>
                  <a:srgbClr val="FFFF00"/>
                </a:solidFill>
              </a:rPr>
            </a:br>
            <a:endParaRPr kumimoji="1" lang="ja-JP" altLang="en-US">
              <a:solidFill>
                <a:srgbClr val="FFFF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0" y="2819400"/>
            <a:ext cx="6172200" cy="3962400"/>
          </a:xfrm>
        </p:spPr>
        <p:txBody>
          <a:bodyPr>
            <a:noAutofit/>
          </a:bodyPr>
          <a:lstStyle/>
          <a:p>
            <a:pPr>
              <a:buNone/>
            </a:pPr>
            <a:r>
              <a:rPr kumimoji="1" lang="en-US" altLang="ja-JP" sz="24100" b="1" dirty="0" smtClean="0">
                <a:solidFill>
                  <a:srgbClr val="002060"/>
                </a:solidFill>
                <a:latin typeface="Arial" pitchFamily="34" charset="0"/>
                <a:cs typeface="Arial" pitchFamily="34" charset="0"/>
              </a:rPr>
              <a:t>Big</a:t>
            </a:r>
            <a:r>
              <a:rPr kumimoji="1" lang="en-US" altLang="ja-JP" sz="24100" dirty="0" smtClean="0">
                <a:latin typeface="Arial" pitchFamily="34" charset="0"/>
                <a:cs typeface="Arial" pitchFamily="34" charset="0"/>
              </a:rPr>
              <a:t> </a:t>
            </a:r>
            <a:endParaRPr kumimoji="1" lang="ja-JP" altLang="en-US" sz="24100"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1676400" y="2353270"/>
            <a:ext cx="2514600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None/>
            </a:pPr>
            <a:r>
              <a:rPr kumimoji="1" lang="en-US" altLang="ja-JP" sz="3200" b="1" dirty="0" smtClean="0">
                <a:solidFill>
                  <a:srgbClr val="002060"/>
                </a:solidFill>
                <a:latin typeface="Arial" pitchFamily="34" charset="0"/>
                <a:cs typeface="Arial" pitchFamily="34" charset="0"/>
              </a:rPr>
              <a:t>Small</a:t>
            </a:r>
            <a:r>
              <a:rPr kumimoji="1" lang="ja-JP" altLang="en-US" sz="3200" smtClean="0">
                <a:solidFill>
                  <a:srgbClr val="002060"/>
                </a:solidFill>
                <a:latin typeface="Arial" pitchFamily="34" charset="0"/>
                <a:cs typeface="Arial" pitchFamily="34" charset="0"/>
              </a:rPr>
              <a:t> </a:t>
            </a:r>
            <a:endParaRPr kumimoji="1" lang="en-US" altLang="ja-JP" sz="3200" dirty="0" smtClean="0">
              <a:solidFill>
                <a:srgbClr val="002060"/>
              </a:solidFill>
              <a:latin typeface="Arial" pitchFamily="34" charset="0"/>
              <a:cs typeface="Arial" pitchFamily="34" charset="0"/>
            </a:endParaRPr>
          </a:p>
          <a:p>
            <a:pPr>
              <a:buNone/>
            </a:pPr>
            <a:r>
              <a:rPr kumimoji="1" lang="en-US" altLang="ja-JP" sz="2400" dirty="0" smtClean="0">
                <a:solidFill>
                  <a:srgbClr val="002060"/>
                </a:solidFill>
                <a:latin typeface="Arial" pitchFamily="34" charset="0"/>
                <a:cs typeface="Arial" pitchFamily="34" charset="0"/>
              </a:rPr>
              <a:t>                  or </a:t>
            </a:r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228600" y="533400"/>
            <a:ext cx="2667000" cy="639762"/>
          </a:xfrm>
        </p:spPr>
        <p:txBody>
          <a:bodyPr>
            <a:normAutofit fontScale="90000"/>
          </a:bodyPr>
          <a:lstStyle/>
          <a:p>
            <a:pPr algn="l"/>
            <a:r>
              <a:rPr kumimoji="1" lang="en-US" altLang="ja-JP" sz="49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Contrast</a:t>
            </a:r>
            <a:r>
              <a:rPr kumimoji="1" lang="en-US" altLang="ja-JP" dirty="0" smtClean="0"/>
              <a:t/>
            </a:r>
            <a:br>
              <a:rPr kumimoji="1" lang="en-US" altLang="ja-JP" dirty="0" smtClean="0"/>
            </a:br>
            <a:endParaRPr kumimoji="1" lang="ja-JP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ontent Placeholder 3" descr="slide-78-728.jpg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6858000"/>
          </a:xfrm>
        </p:spPr>
      </p:pic>
      <p:sp>
        <p:nvSpPr>
          <p:cNvPr id="5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ja-JP" b="1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cs typeface="Arial" pitchFamily="34" charset="0"/>
              </a:rPr>
              <a:t>Presentation Zen </a:t>
            </a:r>
            <a:r>
              <a:rPr kumimoji="1" lang="en-US" altLang="ja-JP" sz="2800" b="1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cs typeface="Arial" pitchFamily="34" charset="0"/>
              </a:rPr>
              <a:t>appendix</a:t>
            </a:r>
            <a:endParaRPr kumimoji="1" lang="ja-JP" altLang="en-US" sz="2800" b="1">
              <a:solidFill>
                <a:srgbClr val="FFFF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>
            <a:normAutofit/>
          </a:bodyPr>
          <a:lstStyle/>
          <a:p>
            <a:r>
              <a:rPr kumimoji="1" lang="en-US" altLang="ja-JP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cs typeface="Arial" pitchFamily="34" charset="0"/>
              </a:rPr>
              <a:t>Presentation Zen </a:t>
            </a:r>
            <a:r>
              <a:rPr kumimoji="1" lang="en-US" altLang="ja-JP" sz="2800" b="1" dirty="0" smtClean="0">
                <a:solidFill>
                  <a:schemeClr val="bg1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cs typeface="Arial" pitchFamily="34" charset="0"/>
              </a:rPr>
              <a:t>Example</a:t>
            </a:r>
            <a:endParaRPr kumimoji="1" lang="ja-JP" altLang="en-US" sz="2800" b="1">
              <a:solidFill>
                <a:schemeClr val="bg1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itchFamily="34" charset="0"/>
              <a:cs typeface="Arial" pitchFamily="34" charset="0"/>
            </a:endParaRPr>
          </a:p>
        </p:txBody>
      </p:sp>
      <p:pic>
        <p:nvPicPr>
          <p:cNvPr id="1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 l="7573" t="5051" r="2522" b="7401"/>
          <a:stretch>
            <a:fillRect/>
          </a:stretch>
        </p:blipFill>
        <p:spPr bwMode="auto">
          <a:xfrm>
            <a:off x="0" y="1066800"/>
            <a:ext cx="9129339" cy="5334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1444</TotalTime>
  <Words>487</Words>
  <Application>Microsoft Office PowerPoint</Application>
  <PresentationFormat>On-screen Show (4:3)</PresentationFormat>
  <Paragraphs>125</Paragraphs>
  <Slides>38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38</vt:i4>
      </vt:variant>
    </vt:vector>
  </HeadingPairs>
  <TitlesOfParts>
    <vt:vector size="42" baseType="lpstr">
      <vt:lpstr>ＭＳ Ｐゴシック</vt:lpstr>
      <vt:lpstr>Arial</vt:lpstr>
      <vt:lpstr>Calibri</vt:lpstr>
      <vt:lpstr>Office Theme</vt:lpstr>
      <vt:lpstr>Presentation                              </vt:lpstr>
      <vt:lpstr>PowerPoint Presentation</vt:lpstr>
      <vt:lpstr>PowerPoint Presentation</vt:lpstr>
      <vt:lpstr>PowerPoint Presentation</vt:lpstr>
      <vt:lpstr>Many people start presentation                                    directly on PC.</vt:lpstr>
      <vt:lpstr>Apply 5 steps of making presentation.</vt:lpstr>
      <vt:lpstr>Step 1: Analog </vt:lpstr>
      <vt:lpstr>PowerPoint Presentation</vt:lpstr>
      <vt:lpstr>Define Purpose</vt:lpstr>
      <vt:lpstr>Know audience</vt:lpstr>
      <vt:lpstr>Make clear Message</vt:lpstr>
      <vt:lpstr>PowerPoint Presentation</vt:lpstr>
      <vt:lpstr>Step 2: Story board </vt:lpstr>
      <vt:lpstr>PowerPoint Presentation</vt:lpstr>
      <vt:lpstr>Step 3: Sketch of slide</vt:lpstr>
      <vt:lpstr>Step 4: Power points</vt:lpstr>
      <vt:lpstr>Step 5: Review</vt:lpstr>
      <vt:lpstr>PowerPoint Presentation</vt:lpstr>
      <vt:lpstr>Reference</vt:lpstr>
      <vt:lpstr>90%  presentations are not good  </vt:lpstr>
      <vt:lpstr>PowerPoint Presentation</vt:lpstr>
      <vt:lpstr>PowerPoint Presentation</vt:lpstr>
      <vt:lpstr>Visualization Design</vt:lpstr>
      <vt:lpstr>Picture Effect</vt:lpstr>
      <vt:lpstr>PowerPoint Presentation</vt:lpstr>
      <vt:lpstr>PowerPoint Presentation</vt:lpstr>
      <vt:lpstr>Visualization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Balance </vt:lpstr>
      <vt:lpstr>Highlight </vt:lpstr>
      <vt:lpstr>Contrast </vt:lpstr>
      <vt:lpstr>Presentation Zen appendix</vt:lpstr>
      <vt:lpstr>Presentation Zen Example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Pham Van Vien</dc:creator>
  <cp:lastModifiedBy>Nguyen Tien Dung</cp:lastModifiedBy>
  <cp:revision>78</cp:revision>
  <dcterms:created xsi:type="dcterms:W3CDTF">2006-08-16T00:00:00Z</dcterms:created>
  <dcterms:modified xsi:type="dcterms:W3CDTF">2024-06-03T08:39:43Z</dcterms:modified>
</cp:coreProperties>
</file>